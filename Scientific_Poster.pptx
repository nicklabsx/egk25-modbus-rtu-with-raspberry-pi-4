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75" r:id="rId2"/>
    <p:sldMasterId id="2147483678" r:id="rId3"/>
  </p:sldMasterIdLst>
  <p:notesMasterIdLst>
    <p:notesMasterId r:id="rId5"/>
  </p:notesMasterIdLst>
  <p:sldIdLst>
    <p:sldId id="271" r:id="rId4"/>
  </p:sldIdLst>
  <p:sldSz cx="21420138" cy="30275213"/>
  <p:notesSz cx="7099300" cy="10234613"/>
  <p:defaultTextStyle>
    <a:defPPr>
      <a:defRPr lang="en-US"/>
    </a:defPPr>
    <a:lvl1pPr marL="0" algn="l" defTabSz="323378" rtl="0" eaLnBrk="1" latinLnBrk="0" hangingPunct="1">
      <a:defRPr sz="1273" kern="1200">
        <a:solidFill>
          <a:schemeClr val="tx1"/>
        </a:solidFill>
        <a:latin typeface="+mn-lt"/>
        <a:ea typeface="+mn-ea"/>
        <a:cs typeface="+mn-cs"/>
      </a:defRPr>
    </a:lvl1pPr>
    <a:lvl2pPr marL="323378" algn="l" defTabSz="323378" rtl="0" eaLnBrk="1" latinLnBrk="0" hangingPunct="1">
      <a:defRPr sz="1273" kern="1200">
        <a:solidFill>
          <a:schemeClr val="tx1"/>
        </a:solidFill>
        <a:latin typeface="+mn-lt"/>
        <a:ea typeface="+mn-ea"/>
        <a:cs typeface="+mn-cs"/>
      </a:defRPr>
    </a:lvl2pPr>
    <a:lvl3pPr marL="646755" algn="l" defTabSz="323378" rtl="0" eaLnBrk="1" latinLnBrk="0" hangingPunct="1">
      <a:defRPr sz="1273" kern="1200">
        <a:solidFill>
          <a:schemeClr val="tx1"/>
        </a:solidFill>
        <a:latin typeface="+mn-lt"/>
        <a:ea typeface="+mn-ea"/>
        <a:cs typeface="+mn-cs"/>
      </a:defRPr>
    </a:lvl3pPr>
    <a:lvl4pPr marL="970133" algn="l" defTabSz="323378" rtl="0" eaLnBrk="1" latinLnBrk="0" hangingPunct="1">
      <a:defRPr sz="1273" kern="1200">
        <a:solidFill>
          <a:schemeClr val="tx1"/>
        </a:solidFill>
        <a:latin typeface="+mn-lt"/>
        <a:ea typeface="+mn-ea"/>
        <a:cs typeface="+mn-cs"/>
      </a:defRPr>
    </a:lvl4pPr>
    <a:lvl5pPr marL="1293510" algn="l" defTabSz="323378" rtl="0" eaLnBrk="1" latinLnBrk="0" hangingPunct="1">
      <a:defRPr sz="1273" kern="1200">
        <a:solidFill>
          <a:schemeClr val="tx1"/>
        </a:solidFill>
        <a:latin typeface="+mn-lt"/>
        <a:ea typeface="+mn-ea"/>
        <a:cs typeface="+mn-cs"/>
      </a:defRPr>
    </a:lvl5pPr>
    <a:lvl6pPr marL="1616888" algn="l" defTabSz="323378" rtl="0" eaLnBrk="1" latinLnBrk="0" hangingPunct="1">
      <a:defRPr sz="1273" kern="1200">
        <a:solidFill>
          <a:schemeClr val="tx1"/>
        </a:solidFill>
        <a:latin typeface="+mn-lt"/>
        <a:ea typeface="+mn-ea"/>
        <a:cs typeface="+mn-cs"/>
      </a:defRPr>
    </a:lvl6pPr>
    <a:lvl7pPr marL="1940265" algn="l" defTabSz="323378" rtl="0" eaLnBrk="1" latinLnBrk="0" hangingPunct="1">
      <a:defRPr sz="1273" kern="1200">
        <a:solidFill>
          <a:schemeClr val="tx1"/>
        </a:solidFill>
        <a:latin typeface="+mn-lt"/>
        <a:ea typeface="+mn-ea"/>
        <a:cs typeface="+mn-cs"/>
      </a:defRPr>
    </a:lvl7pPr>
    <a:lvl8pPr marL="2263643" algn="l" defTabSz="323378" rtl="0" eaLnBrk="1" latinLnBrk="0" hangingPunct="1">
      <a:defRPr sz="1273" kern="1200">
        <a:solidFill>
          <a:schemeClr val="tx1"/>
        </a:solidFill>
        <a:latin typeface="+mn-lt"/>
        <a:ea typeface="+mn-ea"/>
        <a:cs typeface="+mn-cs"/>
      </a:defRPr>
    </a:lvl8pPr>
    <a:lvl9pPr marL="2587020" algn="l" defTabSz="323378" rtl="0" eaLnBrk="1" latinLnBrk="0" hangingPunct="1">
      <a:defRPr sz="127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93" autoAdjust="0"/>
    <p:restoredTop sz="94694"/>
  </p:normalViewPr>
  <p:slideViewPr>
    <p:cSldViewPr snapToGrid="0" snapToObjects="1">
      <p:cViewPr varScale="1">
        <p:scale>
          <a:sx n="24" d="100"/>
          <a:sy n="24" d="100"/>
        </p:scale>
        <p:origin x="26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7" d="100"/>
          <a:sy n="117" d="100"/>
        </p:scale>
        <p:origin x="420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29" tIns="49514" rIns="99029" bIns="49514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29" tIns="49514" rIns="99029" bIns="49514" rtlCol="0"/>
          <a:lstStyle>
            <a:lvl1pPr algn="r">
              <a:defRPr sz="1300"/>
            </a:lvl1pPr>
          </a:lstStyle>
          <a:p>
            <a:fld id="{58799D8F-83A6-B647-AF5F-7FECB5753E0E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28863" y="1279525"/>
            <a:ext cx="24415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29" tIns="49514" rIns="99029" bIns="49514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29" tIns="49514" rIns="99029" bIns="49514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29" tIns="49514" rIns="99029" bIns="49514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</p:spPr>
        <p:txBody>
          <a:bodyPr vert="horz" lIns="99029" tIns="49514" rIns="99029" bIns="49514" rtlCol="0" anchor="b"/>
          <a:lstStyle>
            <a:lvl1pPr algn="r">
              <a:defRPr sz="1300"/>
            </a:lvl1pPr>
          </a:lstStyle>
          <a:p>
            <a:fld id="{AFC082BA-12D5-DF42-AA39-7ED00557FE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567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81017" rtl="0" eaLnBrk="1" latinLnBrk="0" hangingPunct="1">
      <a:defRPr sz="3256" kern="1200">
        <a:solidFill>
          <a:schemeClr val="tx1"/>
        </a:solidFill>
        <a:latin typeface="+mn-lt"/>
        <a:ea typeface="+mn-ea"/>
        <a:cs typeface="+mn-cs"/>
      </a:defRPr>
    </a:lvl1pPr>
    <a:lvl2pPr marL="1240509" algn="l" defTabSz="2481017" rtl="0" eaLnBrk="1" latinLnBrk="0" hangingPunct="1">
      <a:defRPr sz="3256" kern="1200">
        <a:solidFill>
          <a:schemeClr val="tx1"/>
        </a:solidFill>
        <a:latin typeface="+mn-lt"/>
        <a:ea typeface="+mn-ea"/>
        <a:cs typeface="+mn-cs"/>
      </a:defRPr>
    </a:lvl2pPr>
    <a:lvl3pPr marL="2481017" algn="l" defTabSz="2481017" rtl="0" eaLnBrk="1" latinLnBrk="0" hangingPunct="1">
      <a:defRPr sz="3256" kern="1200">
        <a:solidFill>
          <a:schemeClr val="tx1"/>
        </a:solidFill>
        <a:latin typeface="+mn-lt"/>
        <a:ea typeface="+mn-ea"/>
        <a:cs typeface="+mn-cs"/>
      </a:defRPr>
    </a:lvl3pPr>
    <a:lvl4pPr marL="3721526" algn="l" defTabSz="2481017" rtl="0" eaLnBrk="1" latinLnBrk="0" hangingPunct="1">
      <a:defRPr sz="3256" kern="1200">
        <a:solidFill>
          <a:schemeClr val="tx1"/>
        </a:solidFill>
        <a:latin typeface="+mn-lt"/>
        <a:ea typeface="+mn-ea"/>
        <a:cs typeface="+mn-cs"/>
      </a:defRPr>
    </a:lvl4pPr>
    <a:lvl5pPr marL="4962035" algn="l" defTabSz="2481017" rtl="0" eaLnBrk="1" latinLnBrk="0" hangingPunct="1">
      <a:defRPr sz="3256" kern="1200">
        <a:solidFill>
          <a:schemeClr val="tx1"/>
        </a:solidFill>
        <a:latin typeface="+mn-lt"/>
        <a:ea typeface="+mn-ea"/>
        <a:cs typeface="+mn-cs"/>
      </a:defRPr>
    </a:lvl5pPr>
    <a:lvl6pPr marL="6202544" algn="l" defTabSz="2481017" rtl="0" eaLnBrk="1" latinLnBrk="0" hangingPunct="1">
      <a:defRPr sz="3256" kern="1200">
        <a:solidFill>
          <a:schemeClr val="tx1"/>
        </a:solidFill>
        <a:latin typeface="+mn-lt"/>
        <a:ea typeface="+mn-ea"/>
        <a:cs typeface="+mn-cs"/>
      </a:defRPr>
    </a:lvl6pPr>
    <a:lvl7pPr marL="7443052" algn="l" defTabSz="2481017" rtl="0" eaLnBrk="1" latinLnBrk="0" hangingPunct="1">
      <a:defRPr sz="3256" kern="1200">
        <a:solidFill>
          <a:schemeClr val="tx1"/>
        </a:solidFill>
        <a:latin typeface="+mn-lt"/>
        <a:ea typeface="+mn-ea"/>
        <a:cs typeface="+mn-cs"/>
      </a:defRPr>
    </a:lvl7pPr>
    <a:lvl8pPr marL="8683560" algn="l" defTabSz="2481017" rtl="0" eaLnBrk="1" latinLnBrk="0" hangingPunct="1">
      <a:defRPr sz="3256" kern="1200">
        <a:solidFill>
          <a:schemeClr val="tx1"/>
        </a:solidFill>
        <a:latin typeface="+mn-lt"/>
        <a:ea typeface="+mn-ea"/>
        <a:cs typeface="+mn-cs"/>
      </a:defRPr>
    </a:lvl8pPr>
    <a:lvl9pPr marL="9924069" algn="l" defTabSz="2481017" rtl="0" eaLnBrk="1" latinLnBrk="0" hangingPunct="1">
      <a:defRPr sz="325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layout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6A7253B8-D801-8D4D-B839-65940310B5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977" y="3665394"/>
            <a:ext cx="19511857" cy="52199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819" b="1" cap="none" spc="212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8B15D767-7F03-F743-9144-4966F401CAB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8977" y="4584460"/>
            <a:ext cx="19511857" cy="521999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tabLst>
                <a:tab pos="4825961" algn="l"/>
              </a:tabLst>
              <a:defRPr sz="2546" b="0" i="0" cap="none" spc="71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Max Mustermann, Martina Musterfrau</a:t>
            </a:r>
          </a:p>
        </p:txBody>
      </p:sp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FE83AB71-7F85-7944-92E9-685736B464F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38977" y="5130497"/>
            <a:ext cx="19511857" cy="521999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tabLst>
                <a:tab pos="4825961" algn="l"/>
              </a:tabLst>
              <a:defRPr sz="2546" b="0" i="0" cap="none" spc="71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Studiengang, Fakultät, Hochschule</a:t>
            </a:r>
          </a:p>
        </p:txBody>
      </p:sp>
      <p:sp>
        <p:nvSpPr>
          <p:cNvPr id="41" name="Textplatzhalter 10">
            <a:extLst>
              <a:ext uri="{FF2B5EF4-FFF2-40B4-BE49-F238E27FC236}">
                <a16:creationId xmlns:a16="http://schemas.microsoft.com/office/drawing/2014/main" id="{EE064BEA-00DF-824C-BA56-7EF9352B62C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8977" y="6557126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sp>
        <p:nvSpPr>
          <p:cNvPr id="43" name="Textplatzhalter 10">
            <a:extLst>
              <a:ext uri="{FF2B5EF4-FFF2-40B4-BE49-F238E27FC236}">
                <a16:creationId xmlns:a16="http://schemas.microsoft.com/office/drawing/2014/main" id="{652F8E39-9D2F-BE49-90B6-94E4F929E9D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947641" y="6587881"/>
            <a:ext cx="7229296" cy="30772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sp>
        <p:nvSpPr>
          <p:cNvPr id="46" name="Textplatzhalter 10">
            <a:extLst>
              <a:ext uri="{FF2B5EF4-FFF2-40B4-BE49-F238E27FC236}">
                <a16:creationId xmlns:a16="http://schemas.microsoft.com/office/drawing/2014/main" id="{5F6A3D3C-E76C-C741-98AA-13509C31DF4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8977" y="29431289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263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E-Mail Adresse 1, E-Mail Adresse 2</a:t>
            </a:r>
          </a:p>
        </p:txBody>
      </p:sp>
      <p:cxnSp>
        <p:nvCxnSpPr>
          <p:cNvPr id="47" name="Gerade Verbindung 33">
            <a:extLst>
              <a:ext uri="{FF2B5EF4-FFF2-40B4-BE49-F238E27FC236}">
                <a16:creationId xmlns:a16="http://schemas.microsoft.com/office/drawing/2014/main" id="{7BBF7903-3E75-3047-A67F-D4452599B3BB}"/>
              </a:ext>
            </a:extLst>
          </p:cNvPr>
          <p:cNvCxnSpPr>
            <a:cxnSpLocks/>
          </p:cNvCxnSpPr>
          <p:nvPr userDrawn="1"/>
        </p:nvCxnSpPr>
        <p:spPr>
          <a:xfrm>
            <a:off x="954140" y="12503977"/>
            <a:ext cx="19511857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platzhalter 10">
            <a:extLst>
              <a:ext uri="{FF2B5EF4-FFF2-40B4-BE49-F238E27FC236}">
                <a16:creationId xmlns:a16="http://schemas.microsoft.com/office/drawing/2014/main" id="{2F495A46-9399-EA44-A7EC-260A392560E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51749" y="12799985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sp>
        <p:nvSpPr>
          <p:cNvPr id="50" name="Textplatzhalter 10">
            <a:extLst>
              <a:ext uri="{FF2B5EF4-FFF2-40B4-BE49-F238E27FC236}">
                <a16:creationId xmlns:a16="http://schemas.microsoft.com/office/drawing/2014/main" id="{A01DFABD-93B0-D046-A2EC-172B260F137E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947240" y="12799985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cxnSp>
        <p:nvCxnSpPr>
          <p:cNvPr id="53" name="Gerade Verbindung 33">
            <a:extLst>
              <a:ext uri="{FF2B5EF4-FFF2-40B4-BE49-F238E27FC236}">
                <a16:creationId xmlns:a16="http://schemas.microsoft.com/office/drawing/2014/main" id="{DD76B508-1CB0-C74D-BDF4-DB1FDDA2BBDE}"/>
              </a:ext>
            </a:extLst>
          </p:cNvPr>
          <p:cNvCxnSpPr>
            <a:cxnSpLocks/>
          </p:cNvCxnSpPr>
          <p:nvPr userDrawn="1"/>
        </p:nvCxnSpPr>
        <p:spPr>
          <a:xfrm>
            <a:off x="951749" y="23379605"/>
            <a:ext cx="19511857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platzhalter 10">
            <a:extLst>
              <a:ext uri="{FF2B5EF4-FFF2-40B4-BE49-F238E27FC236}">
                <a16:creationId xmlns:a16="http://schemas.microsoft.com/office/drawing/2014/main" id="{0DCD6AEE-E6C5-4243-AE32-1EEA4B8A66B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38977" y="23789158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sp>
        <p:nvSpPr>
          <p:cNvPr id="63" name="Textplatzhalter 10">
            <a:extLst>
              <a:ext uri="{FF2B5EF4-FFF2-40B4-BE49-F238E27FC236}">
                <a16:creationId xmlns:a16="http://schemas.microsoft.com/office/drawing/2014/main" id="{4C710DDA-0FA2-204A-8902-18F637B1D56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947240" y="23789158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cxnSp>
        <p:nvCxnSpPr>
          <p:cNvPr id="65" name="Gerade Verbindung 33">
            <a:extLst>
              <a:ext uri="{FF2B5EF4-FFF2-40B4-BE49-F238E27FC236}">
                <a16:creationId xmlns:a16="http://schemas.microsoft.com/office/drawing/2014/main" id="{082F48AF-7EA8-BA4A-9141-EBB7ADE6C7C4}"/>
              </a:ext>
            </a:extLst>
          </p:cNvPr>
          <p:cNvCxnSpPr>
            <a:cxnSpLocks/>
          </p:cNvCxnSpPr>
          <p:nvPr userDrawn="1"/>
        </p:nvCxnSpPr>
        <p:spPr>
          <a:xfrm>
            <a:off x="951749" y="17521248"/>
            <a:ext cx="19511857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platzhalter 10">
            <a:extLst>
              <a:ext uri="{FF2B5EF4-FFF2-40B4-BE49-F238E27FC236}">
                <a16:creationId xmlns:a16="http://schemas.microsoft.com/office/drawing/2014/main" id="{D53C9803-9F45-9541-8AE7-A8C8AE684AF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51749" y="17837964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sp>
        <p:nvSpPr>
          <p:cNvPr id="67" name="Textplatzhalter 10">
            <a:extLst>
              <a:ext uri="{FF2B5EF4-FFF2-40B4-BE49-F238E27FC236}">
                <a16:creationId xmlns:a16="http://schemas.microsoft.com/office/drawing/2014/main" id="{1FE384EC-9D33-9E4E-B62B-47B7F3C1014F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947239" y="17837964"/>
            <a:ext cx="8442015" cy="33845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cxnSp>
        <p:nvCxnSpPr>
          <p:cNvPr id="72" name="Gerade Verbindung 33">
            <a:extLst>
              <a:ext uri="{FF2B5EF4-FFF2-40B4-BE49-F238E27FC236}">
                <a16:creationId xmlns:a16="http://schemas.microsoft.com/office/drawing/2014/main" id="{5A8BEEEF-D38F-5140-8D37-8EABC156DC6D}"/>
              </a:ext>
            </a:extLst>
          </p:cNvPr>
          <p:cNvCxnSpPr>
            <a:cxnSpLocks/>
          </p:cNvCxnSpPr>
          <p:nvPr userDrawn="1"/>
        </p:nvCxnSpPr>
        <p:spPr>
          <a:xfrm>
            <a:off x="809573" y="29200422"/>
            <a:ext cx="19511857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2AA5B5B-5DEF-D74B-9260-F4110F425D57}"/>
              </a:ext>
            </a:extLst>
          </p:cNvPr>
          <p:cNvSpPr>
            <a:spLocks noGrp="1"/>
          </p:cNvSpPr>
          <p:nvPr>
            <p:ph sz="quarter" idx="83"/>
          </p:nvPr>
        </p:nvSpPr>
        <p:spPr>
          <a:xfrm>
            <a:off x="951333" y="13406955"/>
            <a:ext cx="7228777" cy="38403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43B1CE1-52C9-AC4C-9DE5-2053B33E383A}"/>
              </a:ext>
            </a:extLst>
          </p:cNvPr>
          <p:cNvSpPr>
            <a:spLocks noGrp="1"/>
          </p:cNvSpPr>
          <p:nvPr>
            <p:ph sz="quarter" idx="84"/>
          </p:nvPr>
        </p:nvSpPr>
        <p:spPr>
          <a:xfrm>
            <a:off x="8985428" y="7116579"/>
            <a:ext cx="7229901" cy="51134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7" name="Inhaltsplatzhalter 8">
            <a:extLst>
              <a:ext uri="{FF2B5EF4-FFF2-40B4-BE49-F238E27FC236}">
                <a16:creationId xmlns:a16="http://schemas.microsoft.com/office/drawing/2014/main" id="{0D04FF25-B9FD-1547-8BF9-6805D523304B}"/>
              </a:ext>
            </a:extLst>
          </p:cNvPr>
          <p:cNvSpPr>
            <a:spLocks noGrp="1"/>
          </p:cNvSpPr>
          <p:nvPr>
            <p:ph sz="quarter" idx="85"/>
          </p:nvPr>
        </p:nvSpPr>
        <p:spPr>
          <a:xfrm>
            <a:off x="969303" y="7142274"/>
            <a:ext cx="7229901" cy="51134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8" name="Inhaltsplatzhalter 8">
            <a:extLst>
              <a:ext uri="{FF2B5EF4-FFF2-40B4-BE49-F238E27FC236}">
                <a16:creationId xmlns:a16="http://schemas.microsoft.com/office/drawing/2014/main" id="{8C53FBCB-9C13-DD46-9559-BBC3CDFD8C3A}"/>
              </a:ext>
            </a:extLst>
          </p:cNvPr>
          <p:cNvSpPr>
            <a:spLocks noGrp="1"/>
          </p:cNvSpPr>
          <p:nvPr>
            <p:ph sz="quarter" idx="86"/>
          </p:nvPr>
        </p:nvSpPr>
        <p:spPr>
          <a:xfrm>
            <a:off x="8985428" y="13406955"/>
            <a:ext cx="7229901" cy="38403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9" name="Inhaltsplatzhalter 8">
            <a:extLst>
              <a:ext uri="{FF2B5EF4-FFF2-40B4-BE49-F238E27FC236}">
                <a16:creationId xmlns:a16="http://schemas.microsoft.com/office/drawing/2014/main" id="{74F4F909-55FE-6140-A287-B6E63E8FDE17}"/>
              </a:ext>
            </a:extLst>
          </p:cNvPr>
          <p:cNvSpPr>
            <a:spLocks noGrp="1"/>
          </p:cNvSpPr>
          <p:nvPr>
            <p:ph sz="quarter" idx="87"/>
          </p:nvPr>
        </p:nvSpPr>
        <p:spPr>
          <a:xfrm>
            <a:off x="969303" y="18301450"/>
            <a:ext cx="7229901" cy="466854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4" name="Inhaltsplatzhalter 8">
            <a:extLst>
              <a:ext uri="{FF2B5EF4-FFF2-40B4-BE49-F238E27FC236}">
                <a16:creationId xmlns:a16="http://schemas.microsoft.com/office/drawing/2014/main" id="{4FE77AD3-88ED-C744-A4FA-1C9CC4BCDC43}"/>
              </a:ext>
            </a:extLst>
          </p:cNvPr>
          <p:cNvSpPr>
            <a:spLocks noGrp="1"/>
          </p:cNvSpPr>
          <p:nvPr>
            <p:ph sz="quarter" idx="88"/>
          </p:nvPr>
        </p:nvSpPr>
        <p:spPr>
          <a:xfrm>
            <a:off x="8947239" y="18311072"/>
            <a:ext cx="7229901" cy="466854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8" name="Inhaltsplatzhalter 8">
            <a:extLst>
              <a:ext uri="{FF2B5EF4-FFF2-40B4-BE49-F238E27FC236}">
                <a16:creationId xmlns:a16="http://schemas.microsoft.com/office/drawing/2014/main" id="{673658D1-9F47-274F-9FF7-065DBCB46CFA}"/>
              </a:ext>
            </a:extLst>
          </p:cNvPr>
          <p:cNvSpPr>
            <a:spLocks noGrp="1"/>
          </p:cNvSpPr>
          <p:nvPr>
            <p:ph sz="quarter" idx="89"/>
          </p:nvPr>
        </p:nvSpPr>
        <p:spPr>
          <a:xfrm>
            <a:off x="16565761" y="18282075"/>
            <a:ext cx="3897846" cy="466854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1" name="Inhaltsplatzhalter 8">
            <a:extLst>
              <a:ext uri="{FF2B5EF4-FFF2-40B4-BE49-F238E27FC236}">
                <a16:creationId xmlns:a16="http://schemas.microsoft.com/office/drawing/2014/main" id="{DE4A6315-1557-864A-BF04-F14E9EEC7818}"/>
              </a:ext>
            </a:extLst>
          </p:cNvPr>
          <p:cNvSpPr>
            <a:spLocks noGrp="1"/>
          </p:cNvSpPr>
          <p:nvPr>
            <p:ph sz="quarter" idx="90"/>
          </p:nvPr>
        </p:nvSpPr>
        <p:spPr>
          <a:xfrm>
            <a:off x="16552988" y="12609631"/>
            <a:ext cx="3897846" cy="466854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4" name="Inhaltsplatzhalter 8">
            <a:extLst>
              <a:ext uri="{FF2B5EF4-FFF2-40B4-BE49-F238E27FC236}">
                <a16:creationId xmlns:a16="http://schemas.microsoft.com/office/drawing/2014/main" id="{CBBEC95B-C590-4C4A-A839-6085B497A7D5}"/>
              </a:ext>
            </a:extLst>
          </p:cNvPr>
          <p:cNvSpPr>
            <a:spLocks noGrp="1"/>
          </p:cNvSpPr>
          <p:nvPr>
            <p:ph sz="quarter" idx="91"/>
          </p:nvPr>
        </p:nvSpPr>
        <p:spPr>
          <a:xfrm>
            <a:off x="16552988" y="7142274"/>
            <a:ext cx="3897846" cy="50718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6" name="Inhaltsplatzhalter 8">
            <a:extLst>
              <a:ext uri="{FF2B5EF4-FFF2-40B4-BE49-F238E27FC236}">
                <a16:creationId xmlns:a16="http://schemas.microsoft.com/office/drawing/2014/main" id="{969D9BE1-6369-F440-9BDF-448CA8DCB524}"/>
              </a:ext>
            </a:extLst>
          </p:cNvPr>
          <p:cNvSpPr>
            <a:spLocks noGrp="1"/>
          </p:cNvSpPr>
          <p:nvPr>
            <p:ph sz="quarter" idx="92"/>
          </p:nvPr>
        </p:nvSpPr>
        <p:spPr>
          <a:xfrm>
            <a:off x="969303" y="24384552"/>
            <a:ext cx="7198970" cy="466854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7" name="Inhaltsplatzhalter 8">
            <a:extLst>
              <a:ext uri="{FF2B5EF4-FFF2-40B4-BE49-F238E27FC236}">
                <a16:creationId xmlns:a16="http://schemas.microsoft.com/office/drawing/2014/main" id="{C2B2A7F1-54B3-314C-A4B5-1EED23949B10}"/>
              </a:ext>
            </a:extLst>
          </p:cNvPr>
          <p:cNvSpPr>
            <a:spLocks noGrp="1"/>
          </p:cNvSpPr>
          <p:nvPr>
            <p:ph sz="quarter" idx="93"/>
          </p:nvPr>
        </p:nvSpPr>
        <p:spPr>
          <a:xfrm>
            <a:off x="9016359" y="24384552"/>
            <a:ext cx="7198970" cy="466854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9294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A1B88C2-C235-9F42-8FFA-233BBCC1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989F5F-F97A-9C46-AF4E-78627028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FC4F3A4-4028-1749-8ACD-940A4AFEE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3769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layout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6A7253B8-D801-8D4D-B839-65940310B5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977" y="3665394"/>
            <a:ext cx="19511857" cy="52199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819" b="1" cap="none" spc="212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8B15D767-7F03-F743-9144-4966F401CAB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8977" y="4584460"/>
            <a:ext cx="19511857" cy="521999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tabLst>
                <a:tab pos="4825961" algn="l"/>
              </a:tabLst>
              <a:defRPr sz="2546" b="0" i="0" cap="none" spc="71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Max Mustermann, Martina Musterfrau</a:t>
            </a:r>
          </a:p>
        </p:txBody>
      </p:sp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FE83AB71-7F85-7944-92E9-685736B464F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38977" y="5130497"/>
            <a:ext cx="19511857" cy="521999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tabLst>
                <a:tab pos="4825961" algn="l"/>
              </a:tabLst>
              <a:defRPr sz="2546" b="0" i="0" cap="none" spc="71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Studiengang, Fakultät, Hochschule</a:t>
            </a:r>
          </a:p>
        </p:txBody>
      </p:sp>
      <p:sp>
        <p:nvSpPr>
          <p:cNvPr id="41" name="Textplatzhalter 10">
            <a:extLst>
              <a:ext uri="{FF2B5EF4-FFF2-40B4-BE49-F238E27FC236}">
                <a16:creationId xmlns:a16="http://schemas.microsoft.com/office/drawing/2014/main" id="{EE064BEA-00DF-824C-BA56-7EF9352B62C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8977" y="6557126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sp>
        <p:nvSpPr>
          <p:cNvPr id="43" name="Textplatzhalter 10">
            <a:extLst>
              <a:ext uri="{FF2B5EF4-FFF2-40B4-BE49-F238E27FC236}">
                <a16:creationId xmlns:a16="http://schemas.microsoft.com/office/drawing/2014/main" id="{652F8E39-9D2F-BE49-90B6-94E4F929E9D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947641" y="6587881"/>
            <a:ext cx="7229296" cy="30772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sp>
        <p:nvSpPr>
          <p:cNvPr id="46" name="Textplatzhalter 10">
            <a:extLst>
              <a:ext uri="{FF2B5EF4-FFF2-40B4-BE49-F238E27FC236}">
                <a16:creationId xmlns:a16="http://schemas.microsoft.com/office/drawing/2014/main" id="{5F6A3D3C-E76C-C741-98AA-13509C31DF4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8977" y="29431289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263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E-Mail Adresse 1, E-Mail Adresse 2</a:t>
            </a:r>
          </a:p>
        </p:txBody>
      </p:sp>
      <p:cxnSp>
        <p:nvCxnSpPr>
          <p:cNvPr id="47" name="Gerade Verbindung 33">
            <a:extLst>
              <a:ext uri="{FF2B5EF4-FFF2-40B4-BE49-F238E27FC236}">
                <a16:creationId xmlns:a16="http://schemas.microsoft.com/office/drawing/2014/main" id="{7BBF7903-3E75-3047-A67F-D4452599B3BB}"/>
              </a:ext>
            </a:extLst>
          </p:cNvPr>
          <p:cNvCxnSpPr>
            <a:cxnSpLocks/>
          </p:cNvCxnSpPr>
          <p:nvPr userDrawn="1"/>
        </p:nvCxnSpPr>
        <p:spPr>
          <a:xfrm>
            <a:off x="954140" y="12503977"/>
            <a:ext cx="19511857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platzhalter 10">
            <a:extLst>
              <a:ext uri="{FF2B5EF4-FFF2-40B4-BE49-F238E27FC236}">
                <a16:creationId xmlns:a16="http://schemas.microsoft.com/office/drawing/2014/main" id="{2F495A46-9399-EA44-A7EC-260A392560E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51749" y="12799985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sp>
        <p:nvSpPr>
          <p:cNvPr id="50" name="Textplatzhalter 10">
            <a:extLst>
              <a:ext uri="{FF2B5EF4-FFF2-40B4-BE49-F238E27FC236}">
                <a16:creationId xmlns:a16="http://schemas.microsoft.com/office/drawing/2014/main" id="{A01DFABD-93B0-D046-A2EC-172B260F137E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947240" y="12799985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cxnSp>
        <p:nvCxnSpPr>
          <p:cNvPr id="53" name="Gerade Verbindung 33">
            <a:extLst>
              <a:ext uri="{FF2B5EF4-FFF2-40B4-BE49-F238E27FC236}">
                <a16:creationId xmlns:a16="http://schemas.microsoft.com/office/drawing/2014/main" id="{DD76B508-1CB0-C74D-BDF4-DB1FDDA2BBDE}"/>
              </a:ext>
            </a:extLst>
          </p:cNvPr>
          <p:cNvCxnSpPr>
            <a:cxnSpLocks/>
          </p:cNvCxnSpPr>
          <p:nvPr userDrawn="1"/>
        </p:nvCxnSpPr>
        <p:spPr>
          <a:xfrm>
            <a:off x="951749" y="23379605"/>
            <a:ext cx="19511857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platzhalter 10">
            <a:extLst>
              <a:ext uri="{FF2B5EF4-FFF2-40B4-BE49-F238E27FC236}">
                <a16:creationId xmlns:a16="http://schemas.microsoft.com/office/drawing/2014/main" id="{0DCD6AEE-E6C5-4243-AE32-1EEA4B8A66B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38977" y="23789158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sp>
        <p:nvSpPr>
          <p:cNvPr id="63" name="Textplatzhalter 10">
            <a:extLst>
              <a:ext uri="{FF2B5EF4-FFF2-40B4-BE49-F238E27FC236}">
                <a16:creationId xmlns:a16="http://schemas.microsoft.com/office/drawing/2014/main" id="{4C710DDA-0FA2-204A-8902-18F637B1D56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947240" y="23789158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cxnSp>
        <p:nvCxnSpPr>
          <p:cNvPr id="65" name="Gerade Verbindung 33">
            <a:extLst>
              <a:ext uri="{FF2B5EF4-FFF2-40B4-BE49-F238E27FC236}">
                <a16:creationId xmlns:a16="http://schemas.microsoft.com/office/drawing/2014/main" id="{082F48AF-7EA8-BA4A-9141-EBB7ADE6C7C4}"/>
              </a:ext>
            </a:extLst>
          </p:cNvPr>
          <p:cNvCxnSpPr>
            <a:cxnSpLocks/>
          </p:cNvCxnSpPr>
          <p:nvPr userDrawn="1"/>
        </p:nvCxnSpPr>
        <p:spPr>
          <a:xfrm>
            <a:off x="951749" y="17521248"/>
            <a:ext cx="19511857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platzhalter 10">
            <a:extLst>
              <a:ext uri="{FF2B5EF4-FFF2-40B4-BE49-F238E27FC236}">
                <a16:creationId xmlns:a16="http://schemas.microsoft.com/office/drawing/2014/main" id="{D53C9803-9F45-9541-8AE7-A8C8AE684AF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51749" y="17837964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sp>
        <p:nvSpPr>
          <p:cNvPr id="67" name="Textplatzhalter 10">
            <a:extLst>
              <a:ext uri="{FF2B5EF4-FFF2-40B4-BE49-F238E27FC236}">
                <a16:creationId xmlns:a16="http://schemas.microsoft.com/office/drawing/2014/main" id="{1FE384EC-9D33-9E4E-B62B-47B7F3C1014F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947239" y="17837964"/>
            <a:ext cx="8442015" cy="33845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cxnSp>
        <p:nvCxnSpPr>
          <p:cNvPr id="72" name="Gerade Verbindung 33">
            <a:extLst>
              <a:ext uri="{FF2B5EF4-FFF2-40B4-BE49-F238E27FC236}">
                <a16:creationId xmlns:a16="http://schemas.microsoft.com/office/drawing/2014/main" id="{5A8BEEEF-D38F-5140-8D37-8EABC156DC6D}"/>
              </a:ext>
            </a:extLst>
          </p:cNvPr>
          <p:cNvCxnSpPr>
            <a:cxnSpLocks/>
          </p:cNvCxnSpPr>
          <p:nvPr userDrawn="1"/>
        </p:nvCxnSpPr>
        <p:spPr>
          <a:xfrm>
            <a:off x="809573" y="29200422"/>
            <a:ext cx="19511857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2AA5B5B-5DEF-D74B-9260-F4110F425D57}"/>
              </a:ext>
            </a:extLst>
          </p:cNvPr>
          <p:cNvSpPr>
            <a:spLocks noGrp="1"/>
          </p:cNvSpPr>
          <p:nvPr>
            <p:ph sz="quarter" idx="83"/>
          </p:nvPr>
        </p:nvSpPr>
        <p:spPr>
          <a:xfrm>
            <a:off x="951333" y="13406955"/>
            <a:ext cx="7228777" cy="38403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43B1CE1-52C9-AC4C-9DE5-2053B33E383A}"/>
              </a:ext>
            </a:extLst>
          </p:cNvPr>
          <p:cNvSpPr>
            <a:spLocks noGrp="1"/>
          </p:cNvSpPr>
          <p:nvPr>
            <p:ph sz="quarter" idx="84"/>
          </p:nvPr>
        </p:nvSpPr>
        <p:spPr>
          <a:xfrm>
            <a:off x="8985428" y="7116579"/>
            <a:ext cx="7229901" cy="51134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7" name="Inhaltsplatzhalter 8">
            <a:extLst>
              <a:ext uri="{FF2B5EF4-FFF2-40B4-BE49-F238E27FC236}">
                <a16:creationId xmlns:a16="http://schemas.microsoft.com/office/drawing/2014/main" id="{0D04FF25-B9FD-1547-8BF9-6805D523304B}"/>
              </a:ext>
            </a:extLst>
          </p:cNvPr>
          <p:cNvSpPr>
            <a:spLocks noGrp="1"/>
          </p:cNvSpPr>
          <p:nvPr>
            <p:ph sz="quarter" idx="85"/>
          </p:nvPr>
        </p:nvSpPr>
        <p:spPr>
          <a:xfrm>
            <a:off x="969303" y="7142274"/>
            <a:ext cx="7229901" cy="51134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8" name="Inhaltsplatzhalter 8">
            <a:extLst>
              <a:ext uri="{FF2B5EF4-FFF2-40B4-BE49-F238E27FC236}">
                <a16:creationId xmlns:a16="http://schemas.microsoft.com/office/drawing/2014/main" id="{8C53FBCB-9C13-DD46-9559-BBC3CDFD8C3A}"/>
              </a:ext>
            </a:extLst>
          </p:cNvPr>
          <p:cNvSpPr>
            <a:spLocks noGrp="1"/>
          </p:cNvSpPr>
          <p:nvPr>
            <p:ph sz="quarter" idx="86"/>
          </p:nvPr>
        </p:nvSpPr>
        <p:spPr>
          <a:xfrm>
            <a:off x="8985428" y="13406955"/>
            <a:ext cx="7229901" cy="38403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9" name="Inhaltsplatzhalter 8">
            <a:extLst>
              <a:ext uri="{FF2B5EF4-FFF2-40B4-BE49-F238E27FC236}">
                <a16:creationId xmlns:a16="http://schemas.microsoft.com/office/drawing/2014/main" id="{74F4F909-55FE-6140-A287-B6E63E8FDE17}"/>
              </a:ext>
            </a:extLst>
          </p:cNvPr>
          <p:cNvSpPr>
            <a:spLocks noGrp="1"/>
          </p:cNvSpPr>
          <p:nvPr>
            <p:ph sz="quarter" idx="87"/>
          </p:nvPr>
        </p:nvSpPr>
        <p:spPr>
          <a:xfrm>
            <a:off x="969303" y="18301450"/>
            <a:ext cx="7229901" cy="466854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4" name="Inhaltsplatzhalter 8">
            <a:extLst>
              <a:ext uri="{FF2B5EF4-FFF2-40B4-BE49-F238E27FC236}">
                <a16:creationId xmlns:a16="http://schemas.microsoft.com/office/drawing/2014/main" id="{4FE77AD3-88ED-C744-A4FA-1C9CC4BCDC43}"/>
              </a:ext>
            </a:extLst>
          </p:cNvPr>
          <p:cNvSpPr>
            <a:spLocks noGrp="1"/>
          </p:cNvSpPr>
          <p:nvPr>
            <p:ph sz="quarter" idx="88"/>
          </p:nvPr>
        </p:nvSpPr>
        <p:spPr>
          <a:xfrm>
            <a:off x="8947239" y="18311072"/>
            <a:ext cx="7229901" cy="466854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8" name="Inhaltsplatzhalter 8">
            <a:extLst>
              <a:ext uri="{FF2B5EF4-FFF2-40B4-BE49-F238E27FC236}">
                <a16:creationId xmlns:a16="http://schemas.microsoft.com/office/drawing/2014/main" id="{673658D1-9F47-274F-9FF7-065DBCB46CFA}"/>
              </a:ext>
            </a:extLst>
          </p:cNvPr>
          <p:cNvSpPr>
            <a:spLocks noGrp="1"/>
          </p:cNvSpPr>
          <p:nvPr>
            <p:ph sz="quarter" idx="89"/>
          </p:nvPr>
        </p:nvSpPr>
        <p:spPr>
          <a:xfrm>
            <a:off x="16565761" y="18282075"/>
            <a:ext cx="3897846" cy="466854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1" name="Inhaltsplatzhalter 8">
            <a:extLst>
              <a:ext uri="{FF2B5EF4-FFF2-40B4-BE49-F238E27FC236}">
                <a16:creationId xmlns:a16="http://schemas.microsoft.com/office/drawing/2014/main" id="{DE4A6315-1557-864A-BF04-F14E9EEC7818}"/>
              </a:ext>
            </a:extLst>
          </p:cNvPr>
          <p:cNvSpPr>
            <a:spLocks noGrp="1"/>
          </p:cNvSpPr>
          <p:nvPr>
            <p:ph sz="quarter" idx="90"/>
          </p:nvPr>
        </p:nvSpPr>
        <p:spPr>
          <a:xfrm>
            <a:off x="16552988" y="12609631"/>
            <a:ext cx="3897846" cy="466854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4" name="Inhaltsplatzhalter 8">
            <a:extLst>
              <a:ext uri="{FF2B5EF4-FFF2-40B4-BE49-F238E27FC236}">
                <a16:creationId xmlns:a16="http://schemas.microsoft.com/office/drawing/2014/main" id="{CBBEC95B-C590-4C4A-A839-6085B497A7D5}"/>
              </a:ext>
            </a:extLst>
          </p:cNvPr>
          <p:cNvSpPr>
            <a:spLocks noGrp="1"/>
          </p:cNvSpPr>
          <p:nvPr>
            <p:ph sz="quarter" idx="91"/>
          </p:nvPr>
        </p:nvSpPr>
        <p:spPr>
          <a:xfrm>
            <a:off x="16552988" y="7142274"/>
            <a:ext cx="3897846" cy="50718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6" name="Inhaltsplatzhalter 8">
            <a:extLst>
              <a:ext uri="{FF2B5EF4-FFF2-40B4-BE49-F238E27FC236}">
                <a16:creationId xmlns:a16="http://schemas.microsoft.com/office/drawing/2014/main" id="{969D9BE1-6369-F440-9BDF-448CA8DCB524}"/>
              </a:ext>
            </a:extLst>
          </p:cNvPr>
          <p:cNvSpPr>
            <a:spLocks noGrp="1"/>
          </p:cNvSpPr>
          <p:nvPr>
            <p:ph sz="quarter" idx="92"/>
          </p:nvPr>
        </p:nvSpPr>
        <p:spPr>
          <a:xfrm>
            <a:off x="969303" y="24384552"/>
            <a:ext cx="7198970" cy="466854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7" name="Inhaltsplatzhalter 8">
            <a:extLst>
              <a:ext uri="{FF2B5EF4-FFF2-40B4-BE49-F238E27FC236}">
                <a16:creationId xmlns:a16="http://schemas.microsoft.com/office/drawing/2014/main" id="{C2B2A7F1-54B3-314C-A4B5-1EED23949B10}"/>
              </a:ext>
            </a:extLst>
          </p:cNvPr>
          <p:cNvSpPr>
            <a:spLocks noGrp="1"/>
          </p:cNvSpPr>
          <p:nvPr>
            <p:ph sz="quarter" idx="93"/>
          </p:nvPr>
        </p:nvSpPr>
        <p:spPr>
          <a:xfrm>
            <a:off x="9016359" y="24384552"/>
            <a:ext cx="7198970" cy="466854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684689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A1B88C2-C235-9F42-8FFA-233BBCC1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989F5F-F97A-9C46-AF4E-78627028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FC4F3A4-4028-1749-8ACD-940A4AFEE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198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6511" y="4954765"/>
            <a:ext cx="18207117" cy="10540259"/>
          </a:xfrm>
        </p:spPr>
        <p:txBody>
          <a:bodyPr anchor="b"/>
          <a:lstStyle>
            <a:lvl1pPr algn="ctr">
              <a:defRPr sz="14055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7517" y="15901497"/>
            <a:ext cx="16065104" cy="7309499"/>
          </a:xfrm>
        </p:spPr>
        <p:txBody>
          <a:bodyPr/>
          <a:lstStyle>
            <a:lvl1pPr marL="0" indent="0" algn="ctr">
              <a:buNone/>
              <a:defRPr sz="5622"/>
            </a:lvl1pPr>
            <a:lvl2pPr marL="1070991" indent="0" algn="ctr">
              <a:buNone/>
              <a:defRPr sz="4685"/>
            </a:lvl2pPr>
            <a:lvl3pPr marL="2141982" indent="0" algn="ctr">
              <a:buNone/>
              <a:defRPr sz="4217"/>
            </a:lvl3pPr>
            <a:lvl4pPr marL="3212973" indent="0" algn="ctr">
              <a:buNone/>
              <a:defRPr sz="3748"/>
            </a:lvl4pPr>
            <a:lvl5pPr marL="4283964" indent="0" algn="ctr">
              <a:buNone/>
              <a:defRPr sz="3748"/>
            </a:lvl5pPr>
            <a:lvl6pPr marL="5354955" indent="0" algn="ctr">
              <a:buNone/>
              <a:defRPr sz="3748"/>
            </a:lvl6pPr>
            <a:lvl7pPr marL="6425946" indent="0" algn="ctr">
              <a:buNone/>
              <a:defRPr sz="3748"/>
            </a:lvl7pPr>
            <a:lvl8pPr marL="7496937" indent="0" algn="ctr">
              <a:buNone/>
              <a:defRPr sz="3748"/>
            </a:lvl8pPr>
            <a:lvl9pPr marL="8567928" indent="0" algn="ctr">
              <a:buNone/>
              <a:defRPr sz="3748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7005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4956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1479" y="7547788"/>
            <a:ext cx="18474869" cy="12593645"/>
          </a:xfrm>
        </p:spPr>
        <p:txBody>
          <a:bodyPr anchor="b"/>
          <a:lstStyle>
            <a:lvl1pPr>
              <a:defRPr sz="14055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1479" y="20260574"/>
            <a:ext cx="18474869" cy="6622701"/>
          </a:xfrm>
        </p:spPr>
        <p:txBody>
          <a:bodyPr/>
          <a:lstStyle>
            <a:lvl1pPr marL="0" indent="0">
              <a:buNone/>
              <a:defRPr sz="5622">
                <a:solidFill>
                  <a:schemeClr val="tx1"/>
                </a:solidFill>
              </a:defRPr>
            </a:lvl1pPr>
            <a:lvl2pPr marL="1070991" indent="0">
              <a:buNone/>
              <a:defRPr sz="4685">
                <a:solidFill>
                  <a:schemeClr val="tx1">
                    <a:tint val="75000"/>
                  </a:schemeClr>
                </a:solidFill>
              </a:defRPr>
            </a:lvl2pPr>
            <a:lvl3pPr marL="2141982" indent="0">
              <a:buNone/>
              <a:defRPr sz="4217">
                <a:solidFill>
                  <a:schemeClr val="tx1">
                    <a:tint val="75000"/>
                  </a:schemeClr>
                </a:solidFill>
              </a:defRPr>
            </a:lvl3pPr>
            <a:lvl4pPr marL="3212973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4pPr>
            <a:lvl5pPr marL="4283964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5pPr>
            <a:lvl6pPr marL="5354955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6pPr>
            <a:lvl7pPr marL="6425946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7pPr>
            <a:lvl8pPr marL="7496937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8pPr>
            <a:lvl9pPr marL="8567928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2226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2634" y="8059374"/>
            <a:ext cx="9103559" cy="1920934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43945" y="8059374"/>
            <a:ext cx="9103559" cy="1920934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5471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1611882"/>
            <a:ext cx="18474869" cy="585180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5427" y="7421634"/>
            <a:ext cx="9061721" cy="3637228"/>
          </a:xfrm>
        </p:spPr>
        <p:txBody>
          <a:bodyPr anchor="b"/>
          <a:lstStyle>
            <a:lvl1pPr marL="0" indent="0">
              <a:buNone/>
              <a:defRPr sz="5622" b="1"/>
            </a:lvl1pPr>
            <a:lvl2pPr marL="1070991" indent="0">
              <a:buNone/>
              <a:defRPr sz="4685" b="1"/>
            </a:lvl2pPr>
            <a:lvl3pPr marL="2141982" indent="0">
              <a:buNone/>
              <a:defRPr sz="4217" b="1"/>
            </a:lvl3pPr>
            <a:lvl4pPr marL="3212973" indent="0">
              <a:buNone/>
              <a:defRPr sz="3748" b="1"/>
            </a:lvl4pPr>
            <a:lvl5pPr marL="4283964" indent="0">
              <a:buNone/>
              <a:defRPr sz="3748" b="1"/>
            </a:lvl5pPr>
            <a:lvl6pPr marL="5354955" indent="0">
              <a:buNone/>
              <a:defRPr sz="3748" b="1"/>
            </a:lvl6pPr>
            <a:lvl7pPr marL="6425946" indent="0">
              <a:buNone/>
              <a:defRPr sz="3748" b="1"/>
            </a:lvl7pPr>
            <a:lvl8pPr marL="7496937" indent="0">
              <a:buNone/>
              <a:defRPr sz="3748" b="1"/>
            </a:lvl8pPr>
            <a:lvl9pPr marL="8567928" indent="0">
              <a:buNone/>
              <a:defRPr sz="3748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5427" y="11058863"/>
            <a:ext cx="9061721" cy="16265921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43946" y="7421634"/>
            <a:ext cx="9106349" cy="3637228"/>
          </a:xfrm>
        </p:spPr>
        <p:txBody>
          <a:bodyPr anchor="b"/>
          <a:lstStyle>
            <a:lvl1pPr marL="0" indent="0">
              <a:buNone/>
              <a:defRPr sz="5622" b="1"/>
            </a:lvl1pPr>
            <a:lvl2pPr marL="1070991" indent="0">
              <a:buNone/>
              <a:defRPr sz="4685" b="1"/>
            </a:lvl2pPr>
            <a:lvl3pPr marL="2141982" indent="0">
              <a:buNone/>
              <a:defRPr sz="4217" b="1"/>
            </a:lvl3pPr>
            <a:lvl4pPr marL="3212973" indent="0">
              <a:buNone/>
              <a:defRPr sz="3748" b="1"/>
            </a:lvl4pPr>
            <a:lvl5pPr marL="4283964" indent="0">
              <a:buNone/>
              <a:defRPr sz="3748" b="1"/>
            </a:lvl5pPr>
            <a:lvl6pPr marL="5354955" indent="0">
              <a:buNone/>
              <a:defRPr sz="3748" b="1"/>
            </a:lvl6pPr>
            <a:lvl7pPr marL="6425946" indent="0">
              <a:buNone/>
              <a:defRPr sz="3748" b="1"/>
            </a:lvl7pPr>
            <a:lvl8pPr marL="7496937" indent="0">
              <a:buNone/>
              <a:defRPr sz="3748" b="1"/>
            </a:lvl8pPr>
            <a:lvl9pPr marL="8567928" indent="0">
              <a:buNone/>
              <a:defRPr sz="3748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43946" y="11058863"/>
            <a:ext cx="9106349" cy="16265921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7877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078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156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2018348"/>
            <a:ext cx="6908552" cy="7064216"/>
          </a:xfrm>
        </p:spPr>
        <p:txBody>
          <a:bodyPr anchor="b"/>
          <a:lstStyle>
            <a:lvl1pPr>
              <a:defRPr sz="7496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06349" y="4359077"/>
            <a:ext cx="10843945" cy="21515024"/>
          </a:xfrm>
        </p:spPr>
        <p:txBody>
          <a:bodyPr/>
          <a:lstStyle>
            <a:lvl1pPr>
              <a:defRPr sz="7496"/>
            </a:lvl1pPr>
            <a:lvl2pPr>
              <a:defRPr sz="6559"/>
            </a:lvl2pPr>
            <a:lvl3pPr>
              <a:defRPr sz="5622"/>
            </a:lvl3pPr>
            <a:lvl4pPr>
              <a:defRPr sz="4685"/>
            </a:lvl4pPr>
            <a:lvl5pPr>
              <a:defRPr sz="4685"/>
            </a:lvl5pPr>
            <a:lvl6pPr>
              <a:defRPr sz="4685"/>
            </a:lvl6pPr>
            <a:lvl7pPr>
              <a:defRPr sz="4685"/>
            </a:lvl7pPr>
            <a:lvl8pPr>
              <a:defRPr sz="4685"/>
            </a:lvl8pPr>
            <a:lvl9pPr>
              <a:defRPr sz="4685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5424" y="9082564"/>
            <a:ext cx="6908552" cy="16826573"/>
          </a:xfrm>
        </p:spPr>
        <p:txBody>
          <a:bodyPr/>
          <a:lstStyle>
            <a:lvl1pPr marL="0" indent="0">
              <a:buNone/>
              <a:defRPr sz="3748"/>
            </a:lvl1pPr>
            <a:lvl2pPr marL="1070991" indent="0">
              <a:buNone/>
              <a:defRPr sz="3280"/>
            </a:lvl2pPr>
            <a:lvl3pPr marL="2141982" indent="0">
              <a:buNone/>
              <a:defRPr sz="2811"/>
            </a:lvl3pPr>
            <a:lvl4pPr marL="3212973" indent="0">
              <a:buNone/>
              <a:defRPr sz="2343"/>
            </a:lvl4pPr>
            <a:lvl5pPr marL="4283964" indent="0">
              <a:buNone/>
              <a:defRPr sz="2343"/>
            </a:lvl5pPr>
            <a:lvl6pPr marL="5354955" indent="0">
              <a:buNone/>
              <a:defRPr sz="2343"/>
            </a:lvl6pPr>
            <a:lvl7pPr marL="6425946" indent="0">
              <a:buNone/>
              <a:defRPr sz="2343"/>
            </a:lvl7pPr>
            <a:lvl8pPr marL="7496937" indent="0">
              <a:buNone/>
              <a:defRPr sz="2343"/>
            </a:lvl8pPr>
            <a:lvl9pPr marL="8567928" indent="0">
              <a:buNone/>
              <a:defRPr sz="2343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0546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2018348"/>
            <a:ext cx="6908552" cy="7064216"/>
          </a:xfrm>
        </p:spPr>
        <p:txBody>
          <a:bodyPr anchor="b"/>
          <a:lstStyle>
            <a:lvl1pPr>
              <a:defRPr sz="7496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06349" y="4359077"/>
            <a:ext cx="10843945" cy="21515024"/>
          </a:xfrm>
        </p:spPr>
        <p:txBody>
          <a:bodyPr anchor="t"/>
          <a:lstStyle>
            <a:lvl1pPr marL="0" indent="0">
              <a:buNone/>
              <a:defRPr sz="7496"/>
            </a:lvl1pPr>
            <a:lvl2pPr marL="1070991" indent="0">
              <a:buNone/>
              <a:defRPr sz="6559"/>
            </a:lvl2pPr>
            <a:lvl3pPr marL="2141982" indent="0">
              <a:buNone/>
              <a:defRPr sz="5622"/>
            </a:lvl3pPr>
            <a:lvl4pPr marL="3212973" indent="0">
              <a:buNone/>
              <a:defRPr sz="4685"/>
            </a:lvl4pPr>
            <a:lvl5pPr marL="4283964" indent="0">
              <a:buNone/>
              <a:defRPr sz="4685"/>
            </a:lvl5pPr>
            <a:lvl6pPr marL="5354955" indent="0">
              <a:buNone/>
              <a:defRPr sz="4685"/>
            </a:lvl6pPr>
            <a:lvl7pPr marL="6425946" indent="0">
              <a:buNone/>
              <a:defRPr sz="4685"/>
            </a:lvl7pPr>
            <a:lvl8pPr marL="7496937" indent="0">
              <a:buNone/>
              <a:defRPr sz="4685"/>
            </a:lvl8pPr>
            <a:lvl9pPr marL="8567928" indent="0">
              <a:buNone/>
              <a:defRPr sz="468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5424" y="9082564"/>
            <a:ext cx="6908552" cy="16826573"/>
          </a:xfrm>
        </p:spPr>
        <p:txBody>
          <a:bodyPr/>
          <a:lstStyle>
            <a:lvl1pPr marL="0" indent="0">
              <a:buNone/>
              <a:defRPr sz="3748"/>
            </a:lvl1pPr>
            <a:lvl2pPr marL="1070991" indent="0">
              <a:buNone/>
              <a:defRPr sz="3280"/>
            </a:lvl2pPr>
            <a:lvl3pPr marL="2141982" indent="0">
              <a:buNone/>
              <a:defRPr sz="2811"/>
            </a:lvl3pPr>
            <a:lvl4pPr marL="3212973" indent="0">
              <a:buNone/>
              <a:defRPr sz="2343"/>
            </a:lvl4pPr>
            <a:lvl5pPr marL="4283964" indent="0">
              <a:buNone/>
              <a:defRPr sz="2343"/>
            </a:lvl5pPr>
            <a:lvl6pPr marL="5354955" indent="0">
              <a:buNone/>
              <a:defRPr sz="2343"/>
            </a:lvl6pPr>
            <a:lvl7pPr marL="6425946" indent="0">
              <a:buNone/>
              <a:defRPr sz="2343"/>
            </a:lvl7pPr>
            <a:lvl8pPr marL="7496937" indent="0">
              <a:buNone/>
              <a:defRPr sz="2343"/>
            </a:lvl8pPr>
            <a:lvl9pPr marL="8567928" indent="0">
              <a:buNone/>
              <a:defRPr sz="2343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0276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2018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28788" y="1611875"/>
            <a:ext cx="4618717" cy="25656844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2636" y="1611875"/>
            <a:ext cx="13588400" cy="25656844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52927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layout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6A7253B8-D801-8D4D-B839-65940310B5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977" y="3665394"/>
            <a:ext cx="19511857" cy="52199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819" b="1" cap="none" spc="212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8B15D767-7F03-F743-9144-4966F401CAB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8977" y="4584460"/>
            <a:ext cx="19511857" cy="521999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tabLst>
                <a:tab pos="4825961" algn="l"/>
              </a:tabLst>
              <a:defRPr sz="2546" b="0" i="0" cap="none" spc="71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Max Mustermann, Martina Musterfrau</a:t>
            </a:r>
          </a:p>
        </p:txBody>
      </p:sp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FE83AB71-7F85-7944-92E9-685736B464F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38977" y="5130497"/>
            <a:ext cx="19511857" cy="521999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tabLst>
                <a:tab pos="4825961" algn="l"/>
              </a:tabLst>
              <a:defRPr sz="2546" b="0" i="0" cap="none" spc="71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Studiengang, Fakultät, Hochschule</a:t>
            </a:r>
          </a:p>
        </p:txBody>
      </p:sp>
      <p:sp>
        <p:nvSpPr>
          <p:cNvPr id="41" name="Textplatzhalter 10">
            <a:extLst>
              <a:ext uri="{FF2B5EF4-FFF2-40B4-BE49-F238E27FC236}">
                <a16:creationId xmlns:a16="http://schemas.microsoft.com/office/drawing/2014/main" id="{EE064BEA-00DF-824C-BA56-7EF9352B62C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8977" y="6557126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sp>
        <p:nvSpPr>
          <p:cNvPr id="43" name="Textplatzhalter 10">
            <a:extLst>
              <a:ext uri="{FF2B5EF4-FFF2-40B4-BE49-F238E27FC236}">
                <a16:creationId xmlns:a16="http://schemas.microsoft.com/office/drawing/2014/main" id="{652F8E39-9D2F-BE49-90B6-94E4F929E9D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947641" y="6587881"/>
            <a:ext cx="7229296" cy="30772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sp>
        <p:nvSpPr>
          <p:cNvPr id="46" name="Textplatzhalter 10">
            <a:extLst>
              <a:ext uri="{FF2B5EF4-FFF2-40B4-BE49-F238E27FC236}">
                <a16:creationId xmlns:a16="http://schemas.microsoft.com/office/drawing/2014/main" id="{5F6A3D3C-E76C-C741-98AA-13509C31DF4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8977" y="29431289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263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E-Mail Adresse 1, E-Mail Adresse 2</a:t>
            </a:r>
          </a:p>
        </p:txBody>
      </p:sp>
      <p:cxnSp>
        <p:nvCxnSpPr>
          <p:cNvPr id="47" name="Gerade Verbindung 33">
            <a:extLst>
              <a:ext uri="{FF2B5EF4-FFF2-40B4-BE49-F238E27FC236}">
                <a16:creationId xmlns:a16="http://schemas.microsoft.com/office/drawing/2014/main" id="{7BBF7903-3E75-3047-A67F-D4452599B3BB}"/>
              </a:ext>
            </a:extLst>
          </p:cNvPr>
          <p:cNvCxnSpPr>
            <a:cxnSpLocks/>
          </p:cNvCxnSpPr>
          <p:nvPr userDrawn="1"/>
        </p:nvCxnSpPr>
        <p:spPr>
          <a:xfrm>
            <a:off x="954140" y="12503977"/>
            <a:ext cx="19511857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platzhalter 10">
            <a:extLst>
              <a:ext uri="{FF2B5EF4-FFF2-40B4-BE49-F238E27FC236}">
                <a16:creationId xmlns:a16="http://schemas.microsoft.com/office/drawing/2014/main" id="{2F495A46-9399-EA44-A7EC-260A392560E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51749" y="12799985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sp>
        <p:nvSpPr>
          <p:cNvPr id="50" name="Textplatzhalter 10">
            <a:extLst>
              <a:ext uri="{FF2B5EF4-FFF2-40B4-BE49-F238E27FC236}">
                <a16:creationId xmlns:a16="http://schemas.microsoft.com/office/drawing/2014/main" id="{A01DFABD-93B0-D046-A2EC-172B260F137E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947240" y="12799985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cxnSp>
        <p:nvCxnSpPr>
          <p:cNvPr id="53" name="Gerade Verbindung 33">
            <a:extLst>
              <a:ext uri="{FF2B5EF4-FFF2-40B4-BE49-F238E27FC236}">
                <a16:creationId xmlns:a16="http://schemas.microsoft.com/office/drawing/2014/main" id="{DD76B508-1CB0-C74D-BDF4-DB1FDDA2BBDE}"/>
              </a:ext>
            </a:extLst>
          </p:cNvPr>
          <p:cNvCxnSpPr>
            <a:cxnSpLocks/>
          </p:cNvCxnSpPr>
          <p:nvPr userDrawn="1"/>
        </p:nvCxnSpPr>
        <p:spPr>
          <a:xfrm>
            <a:off x="951749" y="23379605"/>
            <a:ext cx="19511857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platzhalter 10">
            <a:extLst>
              <a:ext uri="{FF2B5EF4-FFF2-40B4-BE49-F238E27FC236}">
                <a16:creationId xmlns:a16="http://schemas.microsoft.com/office/drawing/2014/main" id="{0DCD6AEE-E6C5-4243-AE32-1EEA4B8A66B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38977" y="23789158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sp>
        <p:nvSpPr>
          <p:cNvPr id="63" name="Textplatzhalter 10">
            <a:extLst>
              <a:ext uri="{FF2B5EF4-FFF2-40B4-BE49-F238E27FC236}">
                <a16:creationId xmlns:a16="http://schemas.microsoft.com/office/drawing/2014/main" id="{4C710DDA-0FA2-204A-8902-18F637B1D56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947240" y="23789158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cxnSp>
        <p:nvCxnSpPr>
          <p:cNvPr id="65" name="Gerade Verbindung 33">
            <a:extLst>
              <a:ext uri="{FF2B5EF4-FFF2-40B4-BE49-F238E27FC236}">
                <a16:creationId xmlns:a16="http://schemas.microsoft.com/office/drawing/2014/main" id="{082F48AF-7EA8-BA4A-9141-EBB7ADE6C7C4}"/>
              </a:ext>
            </a:extLst>
          </p:cNvPr>
          <p:cNvCxnSpPr>
            <a:cxnSpLocks/>
          </p:cNvCxnSpPr>
          <p:nvPr userDrawn="1"/>
        </p:nvCxnSpPr>
        <p:spPr>
          <a:xfrm>
            <a:off x="951749" y="17521248"/>
            <a:ext cx="19511857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platzhalter 10">
            <a:extLst>
              <a:ext uri="{FF2B5EF4-FFF2-40B4-BE49-F238E27FC236}">
                <a16:creationId xmlns:a16="http://schemas.microsoft.com/office/drawing/2014/main" id="{D53C9803-9F45-9541-8AE7-A8C8AE684AF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51749" y="17837964"/>
            <a:ext cx="7229296" cy="338482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sp>
        <p:nvSpPr>
          <p:cNvPr id="67" name="Textplatzhalter 10">
            <a:extLst>
              <a:ext uri="{FF2B5EF4-FFF2-40B4-BE49-F238E27FC236}">
                <a16:creationId xmlns:a16="http://schemas.microsoft.com/office/drawing/2014/main" id="{1FE384EC-9D33-9E4E-B62B-47B7F3C1014F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947239" y="17837964"/>
            <a:ext cx="8442015" cy="33845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tabLst>
                <a:tab pos="4825961" algn="l"/>
              </a:tabLst>
              <a:defRPr sz="2546" b="1" i="0" cap="none" spc="7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cap="none" dirty="0" err="1"/>
              <a:t>Titel</a:t>
            </a:r>
            <a:r>
              <a:rPr lang="en-US" b="1" cap="none" dirty="0"/>
              <a:t> </a:t>
            </a:r>
            <a:r>
              <a:rPr lang="en-US" b="1" cap="none" dirty="0" err="1"/>
              <a:t>eingeben</a:t>
            </a:r>
            <a:endParaRPr lang="en-US" b="1" cap="none" dirty="0"/>
          </a:p>
        </p:txBody>
      </p:sp>
      <p:cxnSp>
        <p:nvCxnSpPr>
          <p:cNvPr id="72" name="Gerade Verbindung 33">
            <a:extLst>
              <a:ext uri="{FF2B5EF4-FFF2-40B4-BE49-F238E27FC236}">
                <a16:creationId xmlns:a16="http://schemas.microsoft.com/office/drawing/2014/main" id="{5A8BEEEF-D38F-5140-8D37-8EABC156DC6D}"/>
              </a:ext>
            </a:extLst>
          </p:cNvPr>
          <p:cNvCxnSpPr>
            <a:cxnSpLocks/>
          </p:cNvCxnSpPr>
          <p:nvPr userDrawn="1"/>
        </p:nvCxnSpPr>
        <p:spPr>
          <a:xfrm>
            <a:off x="809573" y="29200422"/>
            <a:ext cx="19511857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2AA5B5B-5DEF-D74B-9260-F4110F425D57}"/>
              </a:ext>
            </a:extLst>
          </p:cNvPr>
          <p:cNvSpPr>
            <a:spLocks noGrp="1"/>
          </p:cNvSpPr>
          <p:nvPr>
            <p:ph sz="quarter" idx="83"/>
          </p:nvPr>
        </p:nvSpPr>
        <p:spPr>
          <a:xfrm>
            <a:off x="951333" y="13406955"/>
            <a:ext cx="7228777" cy="38403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43B1CE1-52C9-AC4C-9DE5-2053B33E383A}"/>
              </a:ext>
            </a:extLst>
          </p:cNvPr>
          <p:cNvSpPr>
            <a:spLocks noGrp="1"/>
          </p:cNvSpPr>
          <p:nvPr>
            <p:ph sz="quarter" idx="84"/>
          </p:nvPr>
        </p:nvSpPr>
        <p:spPr>
          <a:xfrm>
            <a:off x="8985428" y="7116579"/>
            <a:ext cx="7229901" cy="51134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7" name="Inhaltsplatzhalter 8">
            <a:extLst>
              <a:ext uri="{FF2B5EF4-FFF2-40B4-BE49-F238E27FC236}">
                <a16:creationId xmlns:a16="http://schemas.microsoft.com/office/drawing/2014/main" id="{0D04FF25-B9FD-1547-8BF9-6805D523304B}"/>
              </a:ext>
            </a:extLst>
          </p:cNvPr>
          <p:cNvSpPr>
            <a:spLocks noGrp="1"/>
          </p:cNvSpPr>
          <p:nvPr>
            <p:ph sz="quarter" idx="85"/>
          </p:nvPr>
        </p:nvSpPr>
        <p:spPr>
          <a:xfrm>
            <a:off x="969303" y="7142274"/>
            <a:ext cx="7229901" cy="51134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8" name="Inhaltsplatzhalter 8">
            <a:extLst>
              <a:ext uri="{FF2B5EF4-FFF2-40B4-BE49-F238E27FC236}">
                <a16:creationId xmlns:a16="http://schemas.microsoft.com/office/drawing/2014/main" id="{8C53FBCB-9C13-DD46-9559-BBC3CDFD8C3A}"/>
              </a:ext>
            </a:extLst>
          </p:cNvPr>
          <p:cNvSpPr>
            <a:spLocks noGrp="1"/>
          </p:cNvSpPr>
          <p:nvPr>
            <p:ph sz="quarter" idx="86"/>
          </p:nvPr>
        </p:nvSpPr>
        <p:spPr>
          <a:xfrm>
            <a:off x="8985428" y="13406955"/>
            <a:ext cx="7229901" cy="38403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9" name="Inhaltsplatzhalter 8">
            <a:extLst>
              <a:ext uri="{FF2B5EF4-FFF2-40B4-BE49-F238E27FC236}">
                <a16:creationId xmlns:a16="http://schemas.microsoft.com/office/drawing/2014/main" id="{74F4F909-55FE-6140-A287-B6E63E8FDE17}"/>
              </a:ext>
            </a:extLst>
          </p:cNvPr>
          <p:cNvSpPr>
            <a:spLocks noGrp="1"/>
          </p:cNvSpPr>
          <p:nvPr>
            <p:ph sz="quarter" idx="87"/>
          </p:nvPr>
        </p:nvSpPr>
        <p:spPr>
          <a:xfrm>
            <a:off x="969303" y="18301450"/>
            <a:ext cx="7229901" cy="466854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4" name="Inhaltsplatzhalter 8">
            <a:extLst>
              <a:ext uri="{FF2B5EF4-FFF2-40B4-BE49-F238E27FC236}">
                <a16:creationId xmlns:a16="http://schemas.microsoft.com/office/drawing/2014/main" id="{4FE77AD3-88ED-C744-A4FA-1C9CC4BCDC43}"/>
              </a:ext>
            </a:extLst>
          </p:cNvPr>
          <p:cNvSpPr>
            <a:spLocks noGrp="1"/>
          </p:cNvSpPr>
          <p:nvPr>
            <p:ph sz="quarter" idx="88"/>
          </p:nvPr>
        </p:nvSpPr>
        <p:spPr>
          <a:xfrm>
            <a:off x="8947239" y="18311072"/>
            <a:ext cx="7229901" cy="466854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8" name="Inhaltsplatzhalter 8">
            <a:extLst>
              <a:ext uri="{FF2B5EF4-FFF2-40B4-BE49-F238E27FC236}">
                <a16:creationId xmlns:a16="http://schemas.microsoft.com/office/drawing/2014/main" id="{673658D1-9F47-274F-9FF7-065DBCB46CFA}"/>
              </a:ext>
            </a:extLst>
          </p:cNvPr>
          <p:cNvSpPr>
            <a:spLocks noGrp="1"/>
          </p:cNvSpPr>
          <p:nvPr>
            <p:ph sz="quarter" idx="89"/>
          </p:nvPr>
        </p:nvSpPr>
        <p:spPr>
          <a:xfrm>
            <a:off x="16565761" y="18282075"/>
            <a:ext cx="3897846" cy="466854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1" name="Inhaltsplatzhalter 8">
            <a:extLst>
              <a:ext uri="{FF2B5EF4-FFF2-40B4-BE49-F238E27FC236}">
                <a16:creationId xmlns:a16="http://schemas.microsoft.com/office/drawing/2014/main" id="{DE4A6315-1557-864A-BF04-F14E9EEC7818}"/>
              </a:ext>
            </a:extLst>
          </p:cNvPr>
          <p:cNvSpPr>
            <a:spLocks noGrp="1"/>
          </p:cNvSpPr>
          <p:nvPr>
            <p:ph sz="quarter" idx="90"/>
          </p:nvPr>
        </p:nvSpPr>
        <p:spPr>
          <a:xfrm>
            <a:off x="16552988" y="12609631"/>
            <a:ext cx="3897846" cy="466854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4" name="Inhaltsplatzhalter 8">
            <a:extLst>
              <a:ext uri="{FF2B5EF4-FFF2-40B4-BE49-F238E27FC236}">
                <a16:creationId xmlns:a16="http://schemas.microsoft.com/office/drawing/2014/main" id="{CBBEC95B-C590-4C4A-A839-6085B497A7D5}"/>
              </a:ext>
            </a:extLst>
          </p:cNvPr>
          <p:cNvSpPr>
            <a:spLocks noGrp="1"/>
          </p:cNvSpPr>
          <p:nvPr>
            <p:ph sz="quarter" idx="91"/>
          </p:nvPr>
        </p:nvSpPr>
        <p:spPr>
          <a:xfrm>
            <a:off x="16552988" y="7142274"/>
            <a:ext cx="3897846" cy="50718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6" name="Inhaltsplatzhalter 8">
            <a:extLst>
              <a:ext uri="{FF2B5EF4-FFF2-40B4-BE49-F238E27FC236}">
                <a16:creationId xmlns:a16="http://schemas.microsoft.com/office/drawing/2014/main" id="{969D9BE1-6369-F440-9BDF-448CA8DCB524}"/>
              </a:ext>
            </a:extLst>
          </p:cNvPr>
          <p:cNvSpPr>
            <a:spLocks noGrp="1"/>
          </p:cNvSpPr>
          <p:nvPr>
            <p:ph sz="quarter" idx="92"/>
          </p:nvPr>
        </p:nvSpPr>
        <p:spPr>
          <a:xfrm>
            <a:off x="969303" y="24384552"/>
            <a:ext cx="7198970" cy="466854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7" name="Inhaltsplatzhalter 8">
            <a:extLst>
              <a:ext uri="{FF2B5EF4-FFF2-40B4-BE49-F238E27FC236}">
                <a16:creationId xmlns:a16="http://schemas.microsoft.com/office/drawing/2014/main" id="{C2B2A7F1-54B3-314C-A4B5-1EED23949B10}"/>
              </a:ext>
            </a:extLst>
          </p:cNvPr>
          <p:cNvSpPr>
            <a:spLocks noGrp="1"/>
          </p:cNvSpPr>
          <p:nvPr>
            <p:ph sz="quarter" idx="93"/>
          </p:nvPr>
        </p:nvSpPr>
        <p:spPr>
          <a:xfrm>
            <a:off x="9016359" y="24384552"/>
            <a:ext cx="7198970" cy="466854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13983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A1B88C2-C235-9F42-8FFA-233BBCC1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989F5F-F97A-9C46-AF4E-78627028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FC4F3A4-4028-1749-8ACD-940A4AFEE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8260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image" Target="../media/image3.emf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2635" y="28060643"/>
            <a:ext cx="4819531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95421" y="28060643"/>
            <a:ext cx="722929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27973" y="28060643"/>
            <a:ext cx="4819531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Bild 3">
            <a:extLst>
              <a:ext uri="{FF2B5EF4-FFF2-40B4-BE49-F238E27FC236}">
                <a16:creationId xmlns:a16="http://schemas.microsoft.com/office/drawing/2014/main" id="{995D4CD4-9AAC-D14A-B239-6462B2C8C76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58984" y="710245"/>
            <a:ext cx="3503038" cy="1611875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AEB62CC-E468-4C4C-AB89-12BDD63E7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488" y="1612403"/>
            <a:ext cx="18475163" cy="5851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5EA11A-07E4-1245-AF1C-06520898E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2488" y="8059766"/>
            <a:ext cx="18475163" cy="19208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Überschrift eingeben</a:t>
            </a:r>
          </a:p>
          <a:p>
            <a:pPr lvl="1"/>
            <a:r>
              <a:rPr lang="de-DE" dirty="0"/>
              <a:t>Liste</a:t>
            </a:r>
          </a:p>
          <a:p>
            <a:pPr lvl="2"/>
            <a:r>
              <a:rPr lang="de-DE" dirty="0"/>
              <a:t>Aufzählung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12061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2141342" rtl="0" eaLnBrk="1" latinLnBrk="0" hangingPunct="1">
        <a:lnSpc>
          <a:spcPct val="90000"/>
        </a:lnSpc>
        <a:spcBef>
          <a:spcPct val="0"/>
        </a:spcBef>
        <a:buNone/>
        <a:defRPr sz="10304" b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2141342" rtl="0" eaLnBrk="1" latinLnBrk="0" hangingPunct="1">
        <a:lnSpc>
          <a:spcPct val="90000"/>
        </a:lnSpc>
        <a:spcBef>
          <a:spcPts val="2342"/>
        </a:spcBef>
        <a:buFont typeface="Arial" panose="020B0604020202020204" pitchFamily="34" charset="0"/>
        <a:buNone/>
        <a:defRPr sz="198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8071" indent="232428" algn="l" defTabSz="214134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tabLst/>
        <a:defRPr lang="de-DE" sz="198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95038" indent="-434539" algn="l" defTabSz="2141342" rtl="0" eaLnBrk="1" latinLnBrk="0" hangingPunct="1">
        <a:lnSpc>
          <a:spcPct val="90000"/>
        </a:lnSpc>
        <a:spcBef>
          <a:spcPts val="1171"/>
        </a:spcBef>
        <a:buFont typeface="+mj-lt"/>
        <a:buAutoNum type="arabicPeriod"/>
        <a:tabLst/>
        <a:defRPr sz="198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84730" indent="-289692" algn="l" defTabSz="214134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tabLst/>
        <a:defRPr sz="141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03616" indent="-289692" algn="l" defTabSz="214134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tabLst/>
        <a:defRPr sz="1061" kern="1200">
          <a:solidFill>
            <a:schemeClr val="tx1"/>
          </a:solidFill>
          <a:latin typeface="+mn-lt"/>
          <a:ea typeface="+mn-ea"/>
          <a:cs typeface="+mn-cs"/>
        </a:defRPr>
      </a:lvl5pPr>
      <a:lvl6pPr marL="5888689" indent="-535336" algn="l" defTabSz="214134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6" kern="1200">
          <a:solidFill>
            <a:schemeClr val="tx1"/>
          </a:solidFill>
          <a:latin typeface="+mn-lt"/>
          <a:ea typeface="+mn-ea"/>
          <a:cs typeface="+mn-cs"/>
        </a:defRPr>
      </a:lvl6pPr>
      <a:lvl7pPr marL="6959360" indent="-535336" algn="l" defTabSz="214134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6" kern="1200">
          <a:solidFill>
            <a:schemeClr val="tx1"/>
          </a:solidFill>
          <a:latin typeface="+mn-lt"/>
          <a:ea typeface="+mn-ea"/>
          <a:cs typeface="+mn-cs"/>
        </a:defRPr>
      </a:lvl7pPr>
      <a:lvl8pPr marL="8030031" indent="-535336" algn="l" defTabSz="214134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6" kern="1200">
          <a:solidFill>
            <a:schemeClr val="tx1"/>
          </a:solidFill>
          <a:latin typeface="+mn-lt"/>
          <a:ea typeface="+mn-ea"/>
          <a:cs typeface="+mn-cs"/>
        </a:defRPr>
      </a:lvl8pPr>
      <a:lvl9pPr marL="9100702" indent="-535336" algn="l" defTabSz="214134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1pPr>
      <a:lvl2pPr marL="1070670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2pPr>
      <a:lvl3pPr marL="2141342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3pPr>
      <a:lvl4pPr marL="3212012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4pPr>
      <a:lvl5pPr marL="4282683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5pPr>
      <a:lvl6pPr marL="5353354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6pPr>
      <a:lvl7pPr marL="6424025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7pPr>
      <a:lvl8pPr marL="7494695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8pPr>
      <a:lvl9pPr marL="8565366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2635" y="28060643"/>
            <a:ext cx="4819531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95421" y="28060643"/>
            <a:ext cx="722929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27973" y="28060643"/>
            <a:ext cx="4819531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Bild 3">
            <a:extLst>
              <a:ext uri="{FF2B5EF4-FFF2-40B4-BE49-F238E27FC236}">
                <a16:creationId xmlns:a16="http://schemas.microsoft.com/office/drawing/2014/main" id="{995D4CD4-9AAC-D14A-B239-6462B2C8C76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42520" y="602695"/>
            <a:ext cx="3394911" cy="1762383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AEB62CC-E468-4C4C-AB89-12BDD63E7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488" y="1612403"/>
            <a:ext cx="18475163" cy="5851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5EA11A-07E4-1245-AF1C-06520898E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2488" y="8059766"/>
            <a:ext cx="18475163" cy="19208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Überschrift eingeben</a:t>
            </a:r>
          </a:p>
          <a:p>
            <a:pPr lvl="1"/>
            <a:r>
              <a:rPr lang="de-DE" dirty="0"/>
              <a:t>Liste</a:t>
            </a:r>
          </a:p>
          <a:p>
            <a:pPr lvl="2"/>
            <a:r>
              <a:rPr lang="de-DE" dirty="0"/>
              <a:t>Aufzählung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065715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6" r:id="rId2"/>
  </p:sldLayoutIdLst>
  <p:txStyles>
    <p:titleStyle>
      <a:lvl1pPr algn="l" defTabSz="2141342" rtl="0" eaLnBrk="1" latinLnBrk="0" hangingPunct="1">
        <a:lnSpc>
          <a:spcPct val="90000"/>
        </a:lnSpc>
        <a:spcBef>
          <a:spcPct val="0"/>
        </a:spcBef>
        <a:buNone/>
        <a:defRPr sz="10304" b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2141342" rtl="0" eaLnBrk="1" latinLnBrk="0" hangingPunct="1">
        <a:lnSpc>
          <a:spcPct val="90000"/>
        </a:lnSpc>
        <a:spcBef>
          <a:spcPts val="2342"/>
        </a:spcBef>
        <a:buFont typeface="Arial" panose="020B0604020202020204" pitchFamily="34" charset="0"/>
        <a:buNone/>
        <a:defRPr sz="198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8071" indent="232428" algn="l" defTabSz="214134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tabLst/>
        <a:defRPr lang="de-DE" sz="198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95038" indent="-434539" algn="l" defTabSz="2141342" rtl="0" eaLnBrk="1" latinLnBrk="0" hangingPunct="1">
        <a:lnSpc>
          <a:spcPct val="90000"/>
        </a:lnSpc>
        <a:spcBef>
          <a:spcPts val="1171"/>
        </a:spcBef>
        <a:buFont typeface="+mj-lt"/>
        <a:buAutoNum type="arabicPeriod"/>
        <a:tabLst/>
        <a:defRPr sz="198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84730" indent="-289692" algn="l" defTabSz="214134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tabLst/>
        <a:defRPr sz="141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03616" indent="-289692" algn="l" defTabSz="214134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tabLst/>
        <a:defRPr sz="1061" kern="1200">
          <a:solidFill>
            <a:schemeClr val="tx1"/>
          </a:solidFill>
          <a:latin typeface="+mn-lt"/>
          <a:ea typeface="+mn-ea"/>
          <a:cs typeface="+mn-cs"/>
        </a:defRPr>
      </a:lvl5pPr>
      <a:lvl6pPr marL="5888689" indent="-535336" algn="l" defTabSz="214134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6" kern="1200">
          <a:solidFill>
            <a:schemeClr val="tx1"/>
          </a:solidFill>
          <a:latin typeface="+mn-lt"/>
          <a:ea typeface="+mn-ea"/>
          <a:cs typeface="+mn-cs"/>
        </a:defRPr>
      </a:lvl6pPr>
      <a:lvl7pPr marL="6959360" indent="-535336" algn="l" defTabSz="214134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6" kern="1200">
          <a:solidFill>
            <a:schemeClr val="tx1"/>
          </a:solidFill>
          <a:latin typeface="+mn-lt"/>
          <a:ea typeface="+mn-ea"/>
          <a:cs typeface="+mn-cs"/>
        </a:defRPr>
      </a:lvl7pPr>
      <a:lvl8pPr marL="8030031" indent="-535336" algn="l" defTabSz="214134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6" kern="1200">
          <a:solidFill>
            <a:schemeClr val="tx1"/>
          </a:solidFill>
          <a:latin typeface="+mn-lt"/>
          <a:ea typeface="+mn-ea"/>
          <a:cs typeface="+mn-cs"/>
        </a:defRPr>
      </a:lvl8pPr>
      <a:lvl9pPr marL="9100702" indent="-535336" algn="l" defTabSz="214134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1pPr>
      <a:lvl2pPr marL="1070670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2pPr>
      <a:lvl3pPr marL="2141342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3pPr>
      <a:lvl4pPr marL="3212012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4pPr>
      <a:lvl5pPr marL="4282683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5pPr>
      <a:lvl6pPr marL="5353354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6pPr>
      <a:lvl7pPr marL="6424025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7pPr>
      <a:lvl8pPr marL="7494695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8pPr>
      <a:lvl9pPr marL="8565366" algn="l" defTabSz="2141342" rtl="0" eaLnBrk="1" latinLnBrk="0" hangingPunct="1">
        <a:defRPr sz="42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2635" y="1611882"/>
            <a:ext cx="18474869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635" y="8059374"/>
            <a:ext cx="18474869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2635" y="28060644"/>
            <a:ext cx="4819531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73A6A-431C-2646-8DE9-3A1A8FF260FA}" type="datetimeFigureOut">
              <a:rPr lang="de-DE" smtClean="0"/>
              <a:t>24.06.2025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95421" y="28060644"/>
            <a:ext cx="722929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27972" y="28060644"/>
            <a:ext cx="4819531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360B-D2D1-F44F-AC17-37C731288B11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Bild 3">
            <a:extLst>
              <a:ext uri="{FF2B5EF4-FFF2-40B4-BE49-F238E27FC236}">
                <a16:creationId xmlns:a16="http://schemas.microsoft.com/office/drawing/2014/main" id="{995D4CD4-9AAC-D14A-B239-6462B2C8C761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72914" y="250022"/>
            <a:ext cx="5167776" cy="240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2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71" r:id="rId13"/>
  </p:sldLayoutIdLst>
  <p:txStyles>
    <p:titleStyle>
      <a:lvl1pPr algn="l" defTabSz="2141982" rtl="0" eaLnBrk="1" latinLnBrk="0" hangingPunct="1">
        <a:lnSpc>
          <a:spcPct val="90000"/>
        </a:lnSpc>
        <a:spcBef>
          <a:spcPct val="0"/>
        </a:spcBef>
        <a:buNone/>
        <a:defRPr sz="103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5496" indent="-535496" algn="l" defTabSz="2141982" rtl="0" eaLnBrk="1" latinLnBrk="0" hangingPunct="1">
        <a:lnSpc>
          <a:spcPct val="90000"/>
        </a:lnSpc>
        <a:spcBef>
          <a:spcPts val="2343"/>
        </a:spcBef>
        <a:buFont typeface="Arial" panose="020B0604020202020204" pitchFamily="34" charset="0"/>
        <a:buChar char="•"/>
        <a:defRPr sz="6559" kern="1200">
          <a:solidFill>
            <a:schemeClr val="tx1"/>
          </a:solidFill>
          <a:latin typeface="+mn-lt"/>
          <a:ea typeface="+mn-ea"/>
          <a:cs typeface="+mn-cs"/>
        </a:defRPr>
      </a:lvl1pPr>
      <a:lvl2pPr marL="1606487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5622" kern="1200">
          <a:solidFill>
            <a:schemeClr val="tx1"/>
          </a:solidFill>
          <a:latin typeface="+mn-lt"/>
          <a:ea typeface="+mn-ea"/>
          <a:cs typeface="+mn-cs"/>
        </a:defRPr>
      </a:lvl2pPr>
      <a:lvl3pPr marL="2677478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685" kern="1200">
          <a:solidFill>
            <a:schemeClr val="tx1"/>
          </a:solidFill>
          <a:latin typeface="+mn-lt"/>
          <a:ea typeface="+mn-ea"/>
          <a:cs typeface="+mn-cs"/>
        </a:defRPr>
      </a:lvl3pPr>
      <a:lvl4pPr marL="3748469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4pPr>
      <a:lvl5pPr marL="4819460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5pPr>
      <a:lvl6pPr marL="5890451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6pPr>
      <a:lvl7pPr marL="6961442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7pPr>
      <a:lvl8pPr marL="8032433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8pPr>
      <a:lvl9pPr marL="9103424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1pPr>
      <a:lvl2pPr marL="1070991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2pPr>
      <a:lvl3pPr marL="2141982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3pPr>
      <a:lvl4pPr marL="3212973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4pPr>
      <a:lvl5pPr marL="4283964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5pPr>
      <a:lvl6pPr marL="5354955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6pPr>
      <a:lvl7pPr marL="6425946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7pPr>
      <a:lvl8pPr marL="7496937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8pPr>
      <a:lvl9pPr marL="8567928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schunk.com/de/de/greiftechnik/parallelgreifer/egk/egk-25-mb-m-b/p/000000000001491750" TargetMode="Externa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github.com/scream3r/java-simple-serial-connector" TargetMode="External"/><Relationship Id="rId11" Type="http://schemas.openxmlformats.org/officeDocument/2006/relationships/image" Target="../media/image9.png"/><Relationship Id="rId5" Type="http://schemas.openxmlformats.org/officeDocument/2006/relationships/hyperlink" Target="https://github.com/steveohara/j2mod" TargetMode="External"/><Relationship Id="rId10" Type="http://schemas.openxmlformats.org/officeDocument/2006/relationships/image" Target="../media/image8.png"/><Relationship Id="rId4" Type="http://schemas.openxmlformats.org/officeDocument/2006/relationships/hyperlink" Target="https://modbus.org/specs.php" TargetMode="External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EE776D-667E-9D46-97D7-9C86D0174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0503" y="3622885"/>
            <a:ext cx="19511857" cy="521999"/>
          </a:xfrm>
        </p:spPr>
        <p:txBody>
          <a:bodyPr/>
          <a:lstStyle/>
          <a:p>
            <a:r>
              <a:rPr lang="en-US" sz="4000"/>
              <a:t>Integration eines Schunk EGK25 Greifer </a:t>
            </a:r>
            <a:r>
              <a:rPr lang="en-US" sz="4000" dirty="0"/>
              <a:t>am UR-</a:t>
            </a:r>
            <a:r>
              <a:rPr lang="en-US" sz="4000" dirty="0" err="1"/>
              <a:t>Roboter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EFFE3F-DC74-F844-9032-6C987B5B1D9D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1685501" y="4328460"/>
            <a:ext cx="19511857" cy="521999"/>
          </a:xfrm>
        </p:spPr>
        <p:txBody>
          <a:bodyPr/>
          <a:lstStyle/>
          <a:p>
            <a:r>
              <a:rPr lang="en-US" sz="2800" dirty="0"/>
              <a:t>Roberto Nicklas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857E2CB-8A92-054F-9AD0-4C0D2046C79A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951748" y="5069518"/>
            <a:ext cx="19511857" cy="521999"/>
          </a:xfrm>
        </p:spPr>
        <p:txBody>
          <a:bodyPr/>
          <a:lstStyle/>
          <a:p>
            <a:r>
              <a:rPr lang="de-DE" dirty="0"/>
              <a:t>Mechatronik und Robotik</a:t>
            </a:r>
            <a:r>
              <a:rPr lang="de-DE"/>
              <a:t>, Fakultät Technik</a:t>
            </a:r>
            <a:r>
              <a:rPr lang="de-DE" dirty="0"/>
              <a:t>, Hochschule </a:t>
            </a:r>
            <a:r>
              <a:rPr lang="de-DE"/>
              <a:t>Heilbronn TechCampus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687FF64-51C3-F146-9343-DF3EF77E8E3A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938372" y="6641237"/>
            <a:ext cx="7229296" cy="338482"/>
          </a:xfrm>
        </p:spPr>
        <p:txBody>
          <a:bodyPr>
            <a:noAutofit/>
          </a:bodyPr>
          <a:lstStyle/>
          <a:p>
            <a:r>
              <a:rPr lang="de-DE" sz="2200" dirty="0">
                <a:latin typeface="+mn-lt"/>
              </a:rPr>
              <a:t>Übersicht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49D6F1A-8D6E-954E-89E5-9E34D24FC53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6602216" y="6651632"/>
            <a:ext cx="7229296" cy="307728"/>
          </a:xfrm>
        </p:spPr>
        <p:txBody>
          <a:bodyPr>
            <a:noAutofit/>
          </a:bodyPr>
          <a:lstStyle/>
          <a:p>
            <a:r>
              <a:rPr lang="de-DE" sz="2200">
                <a:latin typeface="+mn-lt"/>
              </a:rPr>
              <a:t>Lösungsansatz</a:t>
            </a:r>
            <a:endParaRPr lang="de-DE" sz="2200" dirty="0">
              <a:latin typeface="+mn-lt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CC94D65-B3F6-604E-8854-F729117C4C61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rnicklas@stud.hs-heilbronn.de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BA8D66E-8696-CA4D-9A83-3266A2C85208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51748" y="12590398"/>
            <a:ext cx="7406695" cy="428054"/>
          </a:xfrm>
        </p:spPr>
        <p:txBody>
          <a:bodyPr>
            <a:normAutofit/>
          </a:bodyPr>
          <a:lstStyle/>
          <a:p>
            <a:r>
              <a:rPr lang="de-DE" sz="2200">
                <a:latin typeface="+mn-lt"/>
              </a:rPr>
              <a:t>Komponenten und Software</a:t>
            </a:r>
            <a:endParaRPr lang="de-DE" sz="2200" dirty="0">
              <a:latin typeface="+mn-lt"/>
            </a:endParaRP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17A239B-35AC-934B-AB4F-13FB35E0BF14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980734" y="25070334"/>
            <a:ext cx="7229296" cy="338482"/>
          </a:xfrm>
        </p:spPr>
        <p:txBody>
          <a:bodyPr>
            <a:noAutofit/>
          </a:bodyPr>
          <a:lstStyle/>
          <a:p>
            <a:r>
              <a:rPr lang="de-DE" sz="2200">
                <a:latin typeface="+mn-lt"/>
              </a:rPr>
              <a:t>Erkenntnis</a:t>
            </a:r>
            <a:endParaRPr lang="de-DE" sz="2200" dirty="0">
              <a:latin typeface="+mn-lt"/>
            </a:endParaRP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424F2AF-46A5-0444-AC55-11D4CAF07F27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12558395" y="25073083"/>
            <a:ext cx="7229296" cy="338482"/>
          </a:xfrm>
        </p:spPr>
        <p:txBody>
          <a:bodyPr>
            <a:noAutofit/>
          </a:bodyPr>
          <a:lstStyle/>
          <a:p>
            <a:r>
              <a:rPr lang="de-DE" sz="2200" dirty="0">
                <a:latin typeface="+mn-lt"/>
              </a:rPr>
              <a:t>Quellen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4635FD5-D743-454F-A5D3-C1537923ED6A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10216864" y="17785983"/>
            <a:ext cx="7229296" cy="338482"/>
          </a:xfrm>
        </p:spPr>
        <p:txBody>
          <a:bodyPr>
            <a:noAutofit/>
          </a:bodyPr>
          <a:lstStyle/>
          <a:p>
            <a:r>
              <a:rPr lang="de-DE" sz="2200" dirty="0">
                <a:latin typeface="+mn-lt"/>
              </a:rPr>
              <a:t>Funktionstests und Ablaufsteuerung</a:t>
            </a:r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023A9D7B-9EAC-8745-AA33-2BD6FA8628B4}"/>
              </a:ext>
            </a:extLst>
          </p:cNvPr>
          <p:cNvSpPr>
            <a:spLocks noGrp="1"/>
          </p:cNvSpPr>
          <p:nvPr>
            <p:ph sz="quarter" idx="85"/>
          </p:nvPr>
        </p:nvSpPr>
        <p:spPr>
          <a:xfrm>
            <a:off x="924681" y="7096861"/>
            <a:ext cx="4868067" cy="5015700"/>
          </a:xfrm>
        </p:spPr>
        <p:txBody>
          <a:bodyPr>
            <a:normAutofit/>
          </a:bodyPr>
          <a:lstStyle/>
          <a:p>
            <a:r>
              <a:rPr lang="de-DE" sz="2000"/>
              <a:t>Das Ziel des Projekts ist die Integration des elektrischen Greifers EGK25 mit einem Cobot von Universal Robot UR5 CB3.1.</a:t>
            </a:r>
            <a:br>
              <a:rPr lang="de-DE" sz="2000"/>
            </a:br>
            <a:r>
              <a:rPr lang="de-DE" sz="2000"/>
              <a:t>Im Mittelpunkt stehen Inbetriebnahme, Kommunikationsschnittstellen und die sichere Steuerung für Greifanwendungen.</a:t>
            </a:r>
          </a:p>
          <a:p>
            <a:r>
              <a:rPr lang="de-DE" sz="2000"/>
              <a:t>Der EGK25-MB-M-B ist ein intelligenter Greifer mit regelbarer Kraft, programmierbarer Position und Zustandsüberwachung.</a:t>
            </a:r>
            <a:br>
              <a:rPr lang="de-DE" sz="2000"/>
            </a:br>
            <a:r>
              <a:rPr lang="de-DE" sz="2000"/>
              <a:t>Im Unterschied zu einfachen I/O-Greifern bietet er Funktionen wie Fehlerdiagnose und Bit-genaue Rückmeldung.</a:t>
            </a:r>
          </a:p>
        </p:txBody>
      </p:sp>
      <p:pic>
        <p:nvPicPr>
          <p:cNvPr id="18" name="Inhaltsplatzhalter 17">
            <a:extLst>
              <a:ext uri="{FF2B5EF4-FFF2-40B4-BE49-F238E27FC236}">
                <a16:creationId xmlns:a16="http://schemas.microsoft.com/office/drawing/2014/main" id="{760DE287-C90B-1707-0A3C-56BBBB8FDDF1}"/>
              </a:ext>
            </a:extLst>
          </p:cNvPr>
          <p:cNvPicPr>
            <a:picLocks noGrp="1" noChangeAspect="1"/>
          </p:cNvPicPr>
          <p:nvPr>
            <p:ph sz="quarter" idx="90"/>
          </p:nvPr>
        </p:nvPicPr>
        <p:blipFill>
          <a:blip r:embed="rId2"/>
          <a:stretch>
            <a:fillRect/>
          </a:stretch>
        </p:blipFill>
        <p:spPr>
          <a:xfrm>
            <a:off x="7035621" y="13443019"/>
            <a:ext cx="2702793" cy="3215937"/>
          </a:xfrm>
          <a:ln w="38100">
            <a:solidFill>
              <a:schemeClr val="accent1">
                <a:lumMod val="75000"/>
              </a:schemeClr>
            </a:solidFill>
          </a:ln>
        </p:spPr>
      </p:pic>
      <p:sp>
        <p:nvSpPr>
          <p:cNvPr id="24" name="Inhaltsplatzhalter 23">
            <a:extLst>
              <a:ext uri="{FF2B5EF4-FFF2-40B4-BE49-F238E27FC236}">
                <a16:creationId xmlns:a16="http://schemas.microsoft.com/office/drawing/2014/main" id="{8954F957-517E-ED4B-BB27-D520460C3987}"/>
              </a:ext>
            </a:extLst>
          </p:cNvPr>
          <p:cNvSpPr>
            <a:spLocks noGrp="1"/>
          </p:cNvSpPr>
          <p:nvPr>
            <p:ph sz="quarter" idx="93"/>
          </p:nvPr>
        </p:nvSpPr>
        <p:spPr>
          <a:xfrm>
            <a:off x="12548926" y="25569453"/>
            <a:ext cx="7963427" cy="36933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200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[1]https://schunk.com/de/de/greiftechnik/parallelgreifer/egk/egk-25-mb-m-b/p/000000000001491750</a:t>
            </a:r>
            <a:endParaRPr lang="de-DE" sz="2000"/>
          </a:p>
          <a:p>
            <a:pPr marL="0" indent="0">
              <a:buNone/>
            </a:pPr>
            <a:r>
              <a:rPr lang="de-DE" sz="200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[2]https://modbus.org/specs.php</a:t>
            </a:r>
            <a:endParaRPr lang="de-DE" sz="2000"/>
          </a:p>
          <a:p>
            <a:pPr marL="0" indent="0">
              <a:buNone/>
            </a:pPr>
            <a:r>
              <a:rPr lang="de-DE" sz="200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[3]https://github.com/steveohara/j2mod</a:t>
            </a:r>
            <a:endParaRPr lang="de-DE" sz="2000"/>
          </a:p>
          <a:p>
            <a:pPr marL="0" indent="0">
              <a:buNone/>
            </a:pPr>
            <a:r>
              <a:rPr lang="de-DE" sz="200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[4]https://github.com/scream3r/java-simple-serial-connector</a:t>
            </a:r>
            <a:endParaRPr lang="de-DE" sz="2000"/>
          </a:p>
          <a:p>
            <a:pPr marL="0" indent="0">
              <a:buNone/>
            </a:pPr>
            <a:r>
              <a:rPr lang="de-DE" sz="2000" u="sng"/>
              <a:t>[5}https://www.rs-online.com/designspark/modbus-rtu-on-raspberry-pi</a:t>
            </a:r>
          </a:p>
          <a:p>
            <a:pPr marL="0" indent="0">
              <a:buNone/>
            </a:pPr>
            <a:r>
              <a:rPr lang="de-DE" sz="2000" u="sng"/>
              <a:t>[6]https://www.universal-robots.com/products/cb3/</a:t>
            </a:r>
            <a:endParaRPr lang="de-DE" sz="2000" u="sng" dirty="0"/>
          </a:p>
        </p:txBody>
      </p:sp>
      <p:sp>
        <p:nvSpPr>
          <p:cNvPr id="63" name="Rectangle 1">
            <a:extLst>
              <a:ext uri="{FF2B5EF4-FFF2-40B4-BE49-F238E27FC236}">
                <a16:creationId xmlns:a16="http://schemas.microsoft.com/office/drawing/2014/main" id="{9B602156-C5E2-55D0-7100-380C6285D197}"/>
              </a:ext>
            </a:extLst>
          </p:cNvPr>
          <p:cNvSpPr>
            <a:spLocks noGrp="1" noChangeArrowheads="1"/>
          </p:cNvSpPr>
          <p:nvPr>
            <p:ph sz="quarter" idx="83"/>
          </p:nvPr>
        </p:nvSpPr>
        <p:spPr bwMode="auto">
          <a:xfrm>
            <a:off x="984937" y="12843378"/>
            <a:ext cx="6734516" cy="4661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Schunk EGK25-MB-M-B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sz="2000"/>
              <a:t>Cobot UR5 CB3.1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sz="2000"/>
              <a:t>Netzteil (24V Versorgung),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sz="2000"/>
              <a:t>Raspberry Pi 4,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sz="2000"/>
              <a:t>USB-RS485 Adapter,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sz="2000"/>
              <a:t>Netzteil (24V Versorgung)</a:t>
            </a:r>
            <a:endParaRPr kumimoji="0" lang="de-DE" alt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sz="2000"/>
              <a:t>Linux Betriebssystem,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sz="2000"/>
              <a:t>Device Monitoring Studio,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sz="2000"/>
              <a:t>URCaps SDK,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sz="2000"/>
              <a:t>Schunk Control Center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BDF71968-D295-2156-B8E4-6EA8C84177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01669" y="13621287"/>
            <a:ext cx="3049165" cy="2775834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sp>
        <p:nvSpPr>
          <p:cNvPr id="19" name="Rectangle 1">
            <a:extLst>
              <a:ext uri="{FF2B5EF4-FFF2-40B4-BE49-F238E27FC236}">
                <a16:creationId xmlns:a16="http://schemas.microsoft.com/office/drawing/2014/main" id="{FFFD215D-6102-D0DD-E906-310A30932B38}"/>
              </a:ext>
            </a:extLst>
          </p:cNvPr>
          <p:cNvSpPr>
            <a:spLocks noGrp="1" noChangeArrowheads="1"/>
          </p:cNvSpPr>
          <p:nvPr>
            <p:ph sz="quarter" idx="84"/>
          </p:nvPr>
        </p:nvSpPr>
        <p:spPr bwMode="auto">
          <a:xfrm>
            <a:off x="6602216" y="7132209"/>
            <a:ext cx="765173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Analyse der Spezifikationen und Schnittstellen von Greifer (EGK25) und Roboter (UR5 CB3.1)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de-DE" alt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Entwicklung einer Middleware zur Umsetzung der Kommunikation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Einsatz eines Raspberry Pi 4 als RTU-Master </a:t>
            </a:r>
            <a:endParaRPr lang="de-DE" altLang="de-DE" sz="20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Umsetzung der Steuerlogik (Initialisierung, ACK, Greifbefehle) in 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Erweiterung um eine Modbus-TCP-Schnittstelle für die Anbindung an den UR-Roboter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Übertragung der Steuerbefehle über TCP an den Roboter als übergeordnetes Leitsystem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FC81D00A-6D8C-85AB-0C73-BDC715EDBA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79812" y="13734413"/>
            <a:ext cx="3173723" cy="2527155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FD2BA5A0-D9E6-0585-7C78-C74DB223FD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95829" y="21528345"/>
            <a:ext cx="4270603" cy="1638903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2D3242E6-AAA4-9960-5DFA-DCAC31C0D87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4818"/>
          <a:stretch>
            <a:fillRect/>
          </a:stretch>
        </p:blipFill>
        <p:spPr>
          <a:xfrm>
            <a:off x="15772693" y="21505905"/>
            <a:ext cx="4279600" cy="1640416"/>
          </a:xfrm>
          <a:prstGeom prst="rect">
            <a:avLst/>
          </a:prstGeom>
        </p:spPr>
      </p:pic>
      <p:sp>
        <p:nvSpPr>
          <p:cNvPr id="38" name="Textplatzhalter 8">
            <a:extLst>
              <a:ext uri="{FF2B5EF4-FFF2-40B4-BE49-F238E27FC236}">
                <a16:creationId xmlns:a16="http://schemas.microsoft.com/office/drawing/2014/main" id="{BD3E8A7C-7282-606A-2465-B0B72AC4953B}"/>
              </a:ext>
            </a:extLst>
          </p:cNvPr>
          <p:cNvSpPr txBox="1">
            <a:spLocks/>
          </p:cNvSpPr>
          <p:nvPr/>
        </p:nvSpPr>
        <p:spPr>
          <a:xfrm>
            <a:off x="902553" y="17817208"/>
            <a:ext cx="8383920" cy="4729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2141982" rtl="0" eaLnBrk="1" latinLnBrk="0" hangingPunct="1">
              <a:lnSpc>
                <a:spcPct val="90000"/>
              </a:lnSpc>
              <a:spcBef>
                <a:spcPts val="2343"/>
              </a:spcBef>
              <a:buFont typeface="Arial" panose="020B0604020202020204" pitchFamily="34" charset="0"/>
              <a:buNone/>
              <a:tabLst>
                <a:tab pos="4825961" algn="l"/>
              </a:tabLst>
              <a:defRPr sz="2546" b="1" i="0" kern="1200" cap="none" spc="71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487" indent="-535496" algn="l" defTabSz="2141982" rtl="0" eaLnBrk="1" latinLnBrk="0" hangingPunct="1">
              <a:lnSpc>
                <a:spcPct val="90000"/>
              </a:lnSpc>
              <a:spcBef>
                <a:spcPts val="1171"/>
              </a:spcBef>
              <a:buFont typeface="Arial" panose="020B0604020202020204" pitchFamily="34" charset="0"/>
              <a:buChar char="•"/>
              <a:defRPr sz="56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77478" indent="-535496" algn="l" defTabSz="2141982" rtl="0" eaLnBrk="1" latinLnBrk="0" hangingPunct="1">
              <a:lnSpc>
                <a:spcPct val="90000"/>
              </a:lnSpc>
              <a:spcBef>
                <a:spcPts val="1171"/>
              </a:spcBef>
              <a:buFont typeface="Arial" panose="020B0604020202020204" pitchFamily="34" charset="0"/>
              <a:buChar char="•"/>
              <a:defRPr sz="46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748469" indent="-535496" algn="l" defTabSz="2141982" rtl="0" eaLnBrk="1" latinLnBrk="0" hangingPunct="1">
              <a:lnSpc>
                <a:spcPct val="90000"/>
              </a:lnSpc>
              <a:spcBef>
                <a:spcPts val="1171"/>
              </a:spcBef>
              <a:buFont typeface="Arial" panose="020B0604020202020204" pitchFamily="34" charset="0"/>
              <a:buChar char="•"/>
              <a:defRPr sz="42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19460" indent="-535496" algn="l" defTabSz="2141982" rtl="0" eaLnBrk="1" latinLnBrk="0" hangingPunct="1">
              <a:lnSpc>
                <a:spcPct val="90000"/>
              </a:lnSpc>
              <a:spcBef>
                <a:spcPts val="1171"/>
              </a:spcBef>
              <a:buFont typeface="Arial" panose="020B0604020202020204" pitchFamily="34" charset="0"/>
              <a:buChar char="•"/>
              <a:defRPr sz="42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890451" indent="-535496" algn="l" defTabSz="2141982" rtl="0" eaLnBrk="1" latinLnBrk="0" hangingPunct="1">
              <a:lnSpc>
                <a:spcPct val="90000"/>
              </a:lnSpc>
              <a:spcBef>
                <a:spcPts val="1171"/>
              </a:spcBef>
              <a:buFont typeface="Arial" panose="020B0604020202020204" pitchFamily="34" charset="0"/>
              <a:buChar char="•"/>
              <a:defRPr sz="42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961442" indent="-535496" algn="l" defTabSz="2141982" rtl="0" eaLnBrk="1" latinLnBrk="0" hangingPunct="1">
              <a:lnSpc>
                <a:spcPct val="90000"/>
              </a:lnSpc>
              <a:spcBef>
                <a:spcPts val="1171"/>
              </a:spcBef>
              <a:buFont typeface="Arial" panose="020B0604020202020204" pitchFamily="34" charset="0"/>
              <a:buChar char="•"/>
              <a:defRPr sz="42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32433" indent="-535496" algn="l" defTabSz="2141982" rtl="0" eaLnBrk="1" latinLnBrk="0" hangingPunct="1">
              <a:lnSpc>
                <a:spcPct val="90000"/>
              </a:lnSpc>
              <a:spcBef>
                <a:spcPts val="1171"/>
              </a:spcBef>
              <a:buFont typeface="Arial" panose="020B0604020202020204" pitchFamily="34" charset="0"/>
              <a:buChar char="•"/>
              <a:defRPr sz="42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103424" indent="-535496" algn="l" defTabSz="2141982" rtl="0" eaLnBrk="1" latinLnBrk="0" hangingPunct="1">
              <a:lnSpc>
                <a:spcPct val="90000"/>
              </a:lnSpc>
              <a:spcBef>
                <a:spcPts val="1171"/>
              </a:spcBef>
              <a:buFont typeface="Arial" panose="020B0604020202020204" pitchFamily="34" charset="0"/>
              <a:buChar char="•"/>
              <a:defRPr sz="42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200">
                <a:latin typeface="+mn-lt"/>
              </a:rPr>
              <a:t>Herausforderungen bei der Integration</a:t>
            </a:r>
            <a:endParaRPr lang="de-DE" sz="2200" dirty="0">
              <a:latin typeface="+mn-lt"/>
            </a:endParaRPr>
          </a:p>
        </p:txBody>
      </p:sp>
      <p:sp>
        <p:nvSpPr>
          <p:cNvPr id="43" name="Pfeil: nach links und rechts 42">
            <a:extLst>
              <a:ext uri="{FF2B5EF4-FFF2-40B4-BE49-F238E27FC236}">
                <a16:creationId xmlns:a16="http://schemas.microsoft.com/office/drawing/2014/main" id="{1FF4065A-A938-B6CA-795F-08FDEB88796A}"/>
              </a:ext>
            </a:extLst>
          </p:cNvPr>
          <p:cNvSpPr/>
          <p:nvPr/>
        </p:nvSpPr>
        <p:spPr>
          <a:xfrm>
            <a:off x="9796878" y="14278580"/>
            <a:ext cx="2099109" cy="1239254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chemeClr val="tx1"/>
                </a:solidFill>
              </a:rPr>
              <a:t>Modbus TCP</a:t>
            </a:r>
          </a:p>
        </p:txBody>
      </p:sp>
      <p:sp>
        <p:nvSpPr>
          <p:cNvPr id="44" name="Pfeil: nach links und rechts 43">
            <a:extLst>
              <a:ext uri="{FF2B5EF4-FFF2-40B4-BE49-F238E27FC236}">
                <a16:creationId xmlns:a16="http://schemas.microsoft.com/office/drawing/2014/main" id="{5006FFDE-AA5D-D228-B464-9930F38DC74D}"/>
              </a:ext>
            </a:extLst>
          </p:cNvPr>
          <p:cNvSpPr/>
          <p:nvPr/>
        </p:nvSpPr>
        <p:spPr>
          <a:xfrm>
            <a:off x="15211999" y="14278580"/>
            <a:ext cx="2131206" cy="1239254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chemeClr val="tx1"/>
                </a:solidFill>
              </a:rPr>
              <a:t>Modbus RTU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3419BF5-D5CC-F4B9-3F8C-13D4509D8F68}"/>
              </a:ext>
            </a:extLst>
          </p:cNvPr>
          <p:cNvSpPr txBox="1"/>
          <p:nvPr/>
        </p:nvSpPr>
        <p:spPr>
          <a:xfrm>
            <a:off x="7284029" y="12978936"/>
            <a:ext cx="2200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/>
              <a:t>Cobot UR5 CB3.1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1E1F48C-FFF7-F1D1-08B9-831001BC8CB1}"/>
              </a:ext>
            </a:extLst>
          </p:cNvPr>
          <p:cNvSpPr txBox="1"/>
          <p:nvPr/>
        </p:nvSpPr>
        <p:spPr>
          <a:xfrm>
            <a:off x="12604115" y="13270325"/>
            <a:ext cx="2200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/>
              <a:t>Raspberry Pi 4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0B697C9-82CF-3928-828D-54AFA3BFC711}"/>
              </a:ext>
            </a:extLst>
          </p:cNvPr>
          <p:cNvSpPr txBox="1"/>
          <p:nvPr/>
        </p:nvSpPr>
        <p:spPr>
          <a:xfrm>
            <a:off x="17501618" y="13174559"/>
            <a:ext cx="2849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/>
              <a:t>Schunk Greifer EGK25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331D88B6-B33E-6891-E15D-53DA85E1E9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79035" y="6644592"/>
            <a:ext cx="6533029" cy="5565406"/>
          </a:xfrm>
          <a:prstGeom prst="rect">
            <a:avLst/>
          </a:prstGeom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810E8ED7-BEAD-3A38-0975-373C2D7A046B}"/>
              </a:ext>
            </a:extLst>
          </p:cNvPr>
          <p:cNvSpPr txBox="1"/>
          <p:nvPr/>
        </p:nvSpPr>
        <p:spPr>
          <a:xfrm>
            <a:off x="10216864" y="18280912"/>
            <a:ext cx="103506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sz="2000"/>
              <a:t>Die Initialisierung erfolgt über sequenzielle Modbus-Befehle mit anschließender Bitüberwachung. Dabei werden zyklisch definierte Kontrollbits ausgelesen, um den Status des Greifers zu validieren. Die visuelle Rückmeldung über LED-Signale (COM, OS, LDO) unterstützt die Interpretation der Kommunikationsphase.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200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sz="2000"/>
              <a:t>Ein dauerhaft leuchtendes OS-Signal (grün) bestätigt, dass der interne Controller des Greifers erfolgreich gestartet wurde und betriebsbereit ist.</a:t>
            </a:r>
            <a:br>
              <a:rPr lang="de-DE" sz="2000"/>
            </a:br>
            <a:r>
              <a:rPr lang="de-DE" sz="2000"/>
              <a:t>Ein zyklisch blinkendes COM-Signal zeigt an, dass Modbus-Daten empfangen werden.</a:t>
            </a:r>
            <a:br>
              <a:rPr lang="de-DE" sz="2000"/>
            </a:br>
            <a:r>
              <a:rPr lang="de-DE" sz="2000"/>
              <a:t>Die LDO-LED signalisiert über ihren Zustand die Logikfreigabe der Greiferbewegung.</a:t>
            </a:r>
            <a:endParaRPr lang="de-DE" altLang="de-DE" sz="2000" dirty="0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B73DFA3-3784-C3A9-3D03-D32AEFD94968}"/>
              </a:ext>
            </a:extLst>
          </p:cNvPr>
          <p:cNvSpPr/>
          <p:nvPr/>
        </p:nvSpPr>
        <p:spPr>
          <a:xfrm>
            <a:off x="818320" y="23263463"/>
            <a:ext cx="19671447" cy="2880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8E3A9600-4476-7F9D-CDD3-BA8C5DB9CB8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V="1">
            <a:off x="902552" y="24537126"/>
            <a:ext cx="19609801" cy="250969"/>
          </a:xfrm>
          <a:prstGeom prst="rect">
            <a:avLst/>
          </a:prstGeom>
        </p:spPr>
      </p:pic>
      <p:sp>
        <p:nvSpPr>
          <p:cNvPr id="41" name="Textfeld 40">
            <a:extLst>
              <a:ext uri="{FF2B5EF4-FFF2-40B4-BE49-F238E27FC236}">
                <a16:creationId xmlns:a16="http://schemas.microsoft.com/office/drawing/2014/main" id="{F2DE7288-9C9D-C8DC-BF23-4BAD3D3E31A6}"/>
              </a:ext>
            </a:extLst>
          </p:cNvPr>
          <p:cNvSpPr txBox="1"/>
          <p:nvPr/>
        </p:nvSpPr>
        <p:spPr>
          <a:xfrm>
            <a:off x="938372" y="18379440"/>
            <a:ext cx="840974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Der UR5 CB 3.1 Cobot bietet keine native Unterstützung für den Schunk EGK25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Das offizielle URCap von Schunk ist nicht mit CB3-Systemen kompatibel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Der Greifer verwendet Modbus RTU, welches vom Greifer nicht direkt verarbeitet wird.</a:t>
            </a:r>
          </a:p>
          <a:p>
            <a:endParaRPr lang="de-DE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Die Middleware muss Modbus-konform als RTU-Master fungieren und gleichzeitig zuverlässige Lese-/Schreiboperationen sowie Fehlerbehandlung gewährleisten.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Der Schunk EGK25 verwendet ein binär kodiertes Modbus-RTU-Protokoll mit spezifischen Initialisierungs- und Fehlerquittierungsfolgen, die durchgängig zyklisch überwacht werden müssen.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Richtige Bitmaskierung und Timing, um gültige Statusrückmeldungen und Betriebsfreigaben zu ermöglichen.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B29FDE29-B3A8-38C1-B3BA-A2754903E8F8}"/>
              </a:ext>
            </a:extLst>
          </p:cNvPr>
          <p:cNvSpPr txBox="1"/>
          <p:nvPr/>
        </p:nvSpPr>
        <p:spPr>
          <a:xfrm>
            <a:off x="980733" y="25648920"/>
            <a:ext cx="104606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altLang="de-DE" sz="2000"/>
              <a:t>Integration des Schunk EGK25 an UR5 CB3.1 über Modbus RTU ist grundsätzlich möglich aber komplex.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2000"/>
          </a:p>
          <a:p>
            <a:pPr marL="34290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altLang="de-DE" sz="2000"/>
              <a:t>Middleware mit Raspberry Pi als Gateway ermöglicht eine Ansteuerung.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2000"/>
          </a:p>
          <a:p>
            <a:pPr marL="34290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altLang="de-DE" sz="2000"/>
              <a:t>Vertiefung in der Seriellen Kommunikation:Adressierungsfehler, Timing, ACK-Zyklen.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2000"/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altLang="de-DE" sz="2000"/>
              <a:t>Integration moderner Komponenten in bestehende Systeme erfordert vertieftes Verständnis der Protokolle. Mit fundiertem Softwareansatz sind Retrofit-Lösungen realisierbar.</a:t>
            </a:r>
          </a:p>
        </p:txBody>
      </p:sp>
      <p:sp>
        <p:nvSpPr>
          <p:cNvPr id="64" name="Pfeil: nach oben gebogen 63">
            <a:extLst>
              <a:ext uri="{FF2B5EF4-FFF2-40B4-BE49-F238E27FC236}">
                <a16:creationId xmlns:a16="http://schemas.microsoft.com/office/drawing/2014/main" id="{11EF1C2E-E5D9-9861-ABA9-90FF390BB8A5}"/>
              </a:ext>
            </a:extLst>
          </p:cNvPr>
          <p:cNvSpPr/>
          <p:nvPr/>
        </p:nvSpPr>
        <p:spPr>
          <a:xfrm rot="5400000">
            <a:off x="12422075" y="22983640"/>
            <a:ext cx="1147429" cy="1234200"/>
          </a:xfrm>
          <a:prstGeom prst="bentUpArrow">
            <a:avLst>
              <a:gd name="adj1" fmla="val 4906"/>
              <a:gd name="adj2" fmla="val 12462"/>
              <a:gd name="adj3" fmla="val 27988"/>
            </a:avLst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Pfeil: nach oben gebogen 65">
            <a:extLst>
              <a:ext uri="{FF2B5EF4-FFF2-40B4-BE49-F238E27FC236}">
                <a16:creationId xmlns:a16="http://schemas.microsoft.com/office/drawing/2014/main" id="{1E4F06B7-7FFE-58DB-D147-0471B46CF63C}"/>
              </a:ext>
            </a:extLst>
          </p:cNvPr>
          <p:cNvSpPr/>
          <p:nvPr/>
        </p:nvSpPr>
        <p:spPr>
          <a:xfrm>
            <a:off x="16609479" y="23027025"/>
            <a:ext cx="1074113" cy="1096750"/>
          </a:xfrm>
          <a:prstGeom prst="bentUpArrow">
            <a:avLst>
              <a:gd name="adj1" fmla="val 6898"/>
              <a:gd name="adj2" fmla="val 13172"/>
              <a:gd name="adj3" fmla="val 25000"/>
            </a:avLst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37484489-3DAC-4157-D3D0-66CA6153B94F}"/>
              </a:ext>
            </a:extLst>
          </p:cNvPr>
          <p:cNvSpPr txBox="1"/>
          <p:nvPr/>
        </p:nvSpPr>
        <p:spPr>
          <a:xfrm>
            <a:off x="13612890" y="23804337"/>
            <a:ext cx="35586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/>
              <a:t>Operating System Ready</a:t>
            </a:r>
          </a:p>
        </p:txBody>
      </p:sp>
    </p:spTree>
    <p:extLst>
      <p:ext uri="{BB962C8B-B14F-4D97-AF65-F5344CB8AC3E}">
        <p14:creationId xmlns:p14="http://schemas.microsoft.com/office/powerpoint/2010/main" val="3380798785"/>
      </p:ext>
    </p:extLst>
  </p:cSld>
  <p:clrMapOvr>
    <a:masterClrMapping/>
  </p:clrMapOvr>
</p:sld>
</file>

<file path=ppt/theme/theme1.xml><?xml version="1.0" encoding="utf-8"?>
<a:theme xmlns:a="http://schemas.openxmlformats.org/drawingml/2006/main" name="HHN_Englis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HN_Campus_KU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HHN_Deutsch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544</Words>
  <Application>Microsoft Office PowerPoint</Application>
  <PresentationFormat>Benutzerdefiniert</PresentationFormat>
  <Paragraphs>67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HHN_English</vt:lpstr>
      <vt:lpstr>HHN_Campus_KUEN</vt:lpstr>
      <vt:lpstr>HHN_Deutsch</vt:lpstr>
      <vt:lpstr>Integration eines Schunk EGK25 Greifer am UR-Roboter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Lena Amon</dc:creator>
  <cp:lastModifiedBy>Nicklas, Roberto</cp:lastModifiedBy>
  <cp:revision>53</cp:revision>
  <cp:lastPrinted>2019-10-21T15:26:24Z</cp:lastPrinted>
  <dcterms:created xsi:type="dcterms:W3CDTF">2019-04-01T08:48:23Z</dcterms:created>
  <dcterms:modified xsi:type="dcterms:W3CDTF">2025-06-24T12:31:11Z</dcterms:modified>
</cp:coreProperties>
</file>